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6"/>
  </p:notesMasterIdLst>
  <p:sldIdLst>
    <p:sldId id="256" r:id="rId2"/>
    <p:sldId id="258" r:id="rId3"/>
    <p:sldId id="286" r:id="rId4"/>
    <p:sldId id="261" r:id="rId5"/>
    <p:sldId id="260" r:id="rId6"/>
    <p:sldId id="308" r:id="rId7"/>
    <p:sldId id="306" r:id="rId8"/>
    <p:sldId id="307" r:id="rId9"/>
    <p:sldId id="309" r:id="rId10"/>
    <p:sldId id="311" r:id="rId11"/>
    <p:sldId id="310" r:id="rId12"/>
    <p:sldId id="313" r:id="rId13"/>
    <p:sldId id="315" r:id="rId14"/>
    <p:sldId id="312" r:id="rId15"/>
  </p:sldIdLst>
  <p:sldSz cx="9144000" cy="5143500" type="screen16x9"/>
  <p:notesSz cx="6858000" cy="9144000"/>
  <p:embeddedFontLst>
    <p:embeddedFont>
      <p:font typeface="Albert Sans" panose="020B0604020202020204" charset="0"/>
      <p:regular r:id="rId17"/>
      <p:bold r:id="rId18"/>
      <p:italic r:id="rId19"/>
      <p:boldItalic r:id="rId20"/>
    </p:embeddedFont>
    <p:embeddedFont>
      <p:font typeface="Rhodium Libre" panose="020B0604020202020204" charset="0"/>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BD29E8-1172-21B6-20B8-2BA217D2F9CA}" v="62" dt="2024-12-09T00:28:02.252"/>
    <p1510:client id="{CFE824D7-12D4-384A-89F5-3F39A2452434}" v="1097" dt="2024-12-09T05:25:20.275"/>
  </p1510:revLst>
</p1510:revInfo>
</file>

<file path=ppt/tableStyles.xml><?xml version="1.0" encoding="utf-8"?>
<a:tblStyleLst xmlns:a="http://schemas.openxmlformats.org/drawingml/2006/main" def="{B6230716-9D4C-4FD2-89D5-62705577786C}">
  <a:tblStyle styleId="{B6230716-9D4C-4FD2-89D5-62705577786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ik, Arpa" userId="S::abanik@falcon.bentley.edu::73615e92-7b37-4e0f-8766-e4fa6e73344b" providerId="AD" clId="Web-{CDBD29E8-1172-21B6-20B8-2BA217D2F9CA}"/>
    <pc:docChg chg="modSld">
      <pc:chgData name="Banik, Arpa" userId="S::abanik@falcon.bentley.edu::73615e92-7b37-4e0f-8766-e4fa6e73344b" providerId="AD" clId="Web-{CDBD29E8-1172-21B6-20B8-2BA217D2F9CA}" dt="2024-12-09T00:28:20.300" v="96"/>
      <pc:docMkLst>
        <pc:docMk/>
      </pc:docMkLst>
      <pc:sldChg chg="modSp">
        <pc:chgData name="Banik, Arpa" userId="S::abanik@falcon.bentley.edu::73615e92-7b37-4e0f-8766-e4fa6e73344b" providerId="AD" clId="Web-{CDBD29E8-1172-21B6-20B8-2BA217D2F9CA}" dt="2024-12-08T23:55:49.412" v="18" actId="20577"/>
        <pc:sldMkLst>
          <pc:docMk/>
          <pc:sldMk cId="0" sldId="261"/>
        </pc:sldMkLst>
        <pc:spChg chg="mod">
          <ac:chgData name="Banik, Arpa" userId="S::abanik@falcon.bentley.edu::73615e92-7b37-4e0f-8766-e4fa6e73344b" providerId="AD" clId="Web-{CDBD29E8-1172-21B6-20B8-2BA217D2F9CA}" dt="2024-12-08T23:55:49.412" v="18" actId="20577"/>
          <ac:spMkLst>
            <pc:docMk/>
            <pc:sldMk cId="0" sldId="261"/>
            <ac:spMk id="1040" creationId="{00000000-0000-0000-0000-000000000000}"/>
          </ac:spMkLst>
        </pc:spChg>
      </pc:sldChg>
      <pc:sldChg chg="addSp delSp modSp modNotes">
        <pc:chgData name="Banik, Arpa" userId="S::abanik@falcon.bentley.edu::73615e92-7b37-4e0f-8766-e4fa6e73344b" providerId="AD" clId="Web-{CDBD29E8-1172-21B6-20B8-2BA217D2F9CA}" dt="2024-12-09T00:28:00.174" v="91"/>
        <pc:sldMkLst>
          <pc:docMk/>
          <pc:sldMk cId="1005201371" sldId="306"/>
        </pc:sldMkLst>
        <pc:spChg chg="mod">
          <ac:chgData name="Banik, Arpa" userId="S::abanik@falcon.bentley.edu::73615e92-7b37-4e0f-8766-e4fa6e73344b" providerId="AD" clId="Web-{CDBD29E8-1172-21B6-20B8-2BA217D2F9CA}" dt="2024-12-08T23:41:25.948" v="15" actId="14100"/>
          <ac:spMkLst>
            <pc:docMk/>
            <pc:sldMk cId="1005201371" sldId="306"/>
            <ac:spMk id="3" creationId="{E9353809-CBF1-0DA7-CD6B-2662630A7382}"/>
          </ac:spMkLst>
        </pc:spChg>
        <pc:picChg chg="add mod">
          <ac:chgData name="Banik, Arpa" userId="S::abanik@falcon.bentley.edu::73615e92-7b37-4e0f-8766-e4fa6e73344b" providerId="AD" clId="Web-{CDBD29E8-1172-21B6-20B8-2BA217D2F9CA}" dt="2024-12-08T23:38:04.176" v="6" actId="1076"/>
          <ac:picMkLst>
            <pc:docMk/>
            <pc:sldMk cId="1005201371" sldId="306"/>
            <ac:picMk id="2" creationId="{BCAEA6F6-2D42-BEEB-4003-7EC1768AA3D3}"/>
          </ac:picMkLst>
        </pc:picChg>
        <pc:picChg chg="del">
          <ac:chgData name="Banik, Arpa" userId="S::abanik@falcon.bentley.edu::73615e92-7b37-4e0f-8766-e4fa6e73344b" providerId="AD" clId="Web-{CDBD29E8-1172-21B6-20B8-2BA217D2F9CA}" dt="2024-12-08T23:37:53.176" v="2"/>
          <ac:picMkLst>
            <pc:docMk/>
            <pc:sldMk cId="1005201371" sldId="306"/>
            <ac:picMk id="9" creationId="{75D433D0-CF8F-7214-0F8D-AA604A4E71E1}"/>
          </ac:picMkLst>
        </pc:picChg>
        <pc:picChg chg="mod">
          <ac:chgData name="Banik, Arpa" userId="S::abanik@falcon.bentley.edu::73615e92-7b37-4e0f-8766-e4fa6e73344b" providerId="AD" clId="Web-{CDBD29E8-1172-21B6-20B8-2BA217D2F9CA}" dt="2024-12-08T23:42:20.043" v="16" actId="14100"/>
          <ac:picMkLst>
            <pc:docMk/>
            <pc:sldMk cId="1005201371" sldId="306"/>
            <ac:picMk id="13" creationId="{A6FE97D7-BF22-6417-EBDE-09F66DE9EFC7}"/>
          </ac:picMkLst>
        </pc:picChg>
      </pc:sldChg>
      <pc:sldChg chg="addSp delSp modSp modNotes">
        <pc:chgData name="Banik, Arpa" userId="S::abanik@falcon.bentley.edu::73615e92-7b37-4e0f-8766-e4fa6e73344b" providerId="AD" clId="Web-{CDBD29E8-1172-21B6-20B8-2BA217D2F9CA}" dt="2024-12-09T00:27:57.158" v="88"/>
        <pc:sldMkLst>
          <pc:docMk/>
          <pc:sldMk cId="41538072" sldId="307"/>
        </pc:sldMkLst>
        <pc:spChg chg="mod">
          <ac:chgData name="Banik, Arpa" userId="S::abanik@falcon.bentley.edu::73615e92-7b37-4e0f-8766-e4fa6e73344b" providerId="AD" clId="Web-{CDBD29E8-1172-21B6-20B8-2BA217D2F9CA}" dt="2024-12-09T00:25:01.497" v="39" actId="20577"/>
          <ac:spMkLst>
            <pc:docMk/>
            <pc:sldMk cId="41538072" sldId="307"/>
            <ac:spMk id="4" creationId="{26B0555D-023D-EB7C-71D3-9F6FFF2BA4F7}"/>
          </ac:spMkLst>
        </pc:spChg>
        <pc:picChg chg="add mod">
          <ac:chgData name="Banik, Arpa" userId="S::abanik@falcon.bentley.edu::73615e92-7b37-4e0f-8766-e4fa6e73344b" providerId="AD" clId="Web-{CDBD29E8-1172-21B6-20B8-2BA217D2F9CA}" dt="2024-12-09T00:23:05.243" v="23" actId="14100"/>
          <ac:picMkLst>
            <pc:docMk/>
            <pc:sldMk cId="41538072" sldId="307"/>
            <ac:picMk id="5" creationId="{73B26341-F3E4-30DA-6B60-D90D8192F095}"/>
          </ac:picMkLst>
        </pc:picChg>
        <pc:picChg chg="del">
          <ac:chgData name="Banik, Arpa" userId="S::abanik@falcon.bentley.edu::73615e92-7b37-4e0f-8766-e4fa6e73344b" providerId="AD" clId="Web-{CDBD29E8-1172-21B6-20B8-2BA217D2F9CA}" dt="2024-12-09T00:22:52.524" v="20"/>
          <ac:picMkLst>
            <pc:docMk/>
            <pc:sldMk cId="41538072" sldId="307"/>
            <ac:picMk id="12" creationId="{77C0DE5D-0FB5-2B3B-A8D4-60A758A93E68}"/>
          </ac:picMkLst>
        </pc:picChg>
      </pc:sldChg>
      <pc:sldChg chg="modNotes">
        <pc:chgData name="Banik, Arpa" userId="S::abanik@falcon.bentley.edu::73615e92-7b37-4e0f-8766-e4fa6e73344b" providerId="AD" clId="Web-{CDBD29E8-1172-21B6-20B8-2BA217D2F9CA}" dt="2024-12-09T00:28:20.300" v="96"/>
        <pc:sldMkLst>
          <pc:docMk/>
          <pc:sldMk cId="711112136" sldId="308"/>
        </pc:sldMkLst>
      </pc:sldChg>
      <pc:sldChg chg="modNotes">
        <pc:chgData name="Banik, Arpa" userId="S::abanik@falcon.bentley.edu::73615e92-7b37-4e0f-8766-e4fa6e73344b" providerId="AD" clId="Web-{CDBD29E8-1172-21B6-20B8-2BA217D2F9CA}" dt="2024-12-09T00:27:53.174" v="84"/>
        <pc:sldMkLst>
          <pc:docMk/>
          <pc:sldMk cId="3171293592" sldId="315"/>
        </pc:sldMkLst>
      </pc:sldChg>
    </pc:docChg>
  </pc:docChgLst>
  <pc:docChgLst>
    <pc:chgData name="Maniar, Janhavi" userId="3397527a-ab08-4239-a7bb-090d549d2b70" providerId="ADAL" clId="{CFE824D7-12D4-384A-89F5-3F39A2452434}"/>
    <pc:docChg chg="undo custSel addSld delSld modSld sldOrd delMainMaster">
      <pc:chgData name="Maniar, Janhavi" userId="3397527a-ab08-4239-a7bb-090d549d2b70" providerId="ADAL" clId="{CFE824D7-12D4-384A-89F5-3F39A2452434}" dt="2024-12-09T05:25:20.275" v="4470" actId="478"/>
      <pc:docMkLst>
        <pc:docMk/>
      </pc:docMkLst>
      <pc:sldChg chg="del">
        <pc:chgData name="Maniar, Janhavi" userId="3397527a-ab08-4239-a7bb-090d549d2b70" providerId="ADAL" clId="{CFE824D7-12D4-384A-89F5-3F39A2452434}" dt="2024-12-08T22:36:33.574" v="2815" actId="2696"/>
        <pc:sldMkLst>
          <pc:docMk/>
          <pc:sldMk cId="0" sldId="259"/>
        </pc:sldMkLst>
      </pc:sldChg>
      <pc:sldChg chg="addSp modSp mod">
        <pc:chgData name="Maniar, Janhavi" userId="3397527a-ab08-4239-a7bb-090d549d2b70" providerId="ADAL" clId="{CFE824D7-12D4-384A-89F5-3F39A2452434}" dt="2024-12-08T19:06:50.772" v="656" actId="113"/>
        <pc:sldMkLst>
          <pc:docMk/>
          <pc:sldMk cId="0" sldId="261"/>
        </pc:sldMkLst>
        <pc:spChg chg="add mod">
          <ac:chgData name="Maniar, Janhavi" userId="3397527a-ab08-4239-a7bb-090d549d2b70" providerId="ADAL" clId="{CFE824D7-12D4-384A-89F5-3F39A2452434}" dt="2024-12-08T19:06:50.772" v="656" actId="113"/>
          <ac:spMkLst>
            <pc:docMk/>
            <pc:sldMk cId="0" sldId="261"/>
            <ac:spMk id="27" creationId="{E62286DF-DDC5-0339-8542-36D4C748A156}"/>
          </ac:spMkLst>
        </pc:spChg>
      </pc:sldChg>
      <pc:sldChg chg="del">
        <pc:chgData name="Maniar, Janhavi" userId="3397527a-ab08-4239-a7bb-090d549d2b70" providerId="ADAL" clId="{CFE824D7-12D4-384A-89F5-3F39A2452434}" dt="2024-12-08T22:36:32.648" v="2814" actId="2696"/>
        <pc:sldMkLst>
          <pc:docMk/>
          <pc:sldMk cId="0" sldId="262"/>
        </pc:sldMkLst>
      </pc:sldChg>
      <pc:sldChg chg="del">
        <pc:chgData name="Maniar, Janhavi" userId="3397527a-ab08-4239-a7bb-090d549d2b70" providerId="ADAL" clId="{CFE824D7-12D4-384A-89F5-3F39A2452434}" dt="2024-12-08T22:36:31.505" v="2813" actId="2696"/>
        <pc:sldMkLst>
          <pc:docMk/>
          <pc:sldMk cId="0" sldId="263"/>
        </pc:sldMkLst>
      </pc:sldChg>
      <pc:sldChg chg="del">
        <pc:chgData name="Maniar, Janhavi" userId="3397527a-ab08-4239-a7bb-090d549d2b70" providerId="ADAL" clId="{CFE824D7-12D4-384A-89F5-3F39A2452434}" dt="2024-12-08T22:36:29.270" v="2811" actId="2696"/>
        <pc:sldMkLst>
          <pc:docMk/>
          <pc:sldMk cId="0" sldId="264"/>
        </pc:sldMkLst>
      </pc:sldChg>
      <pc:sldChg chg="del">
        <pc:chgData name="Maniar, Janhavi" userId="3397527a-ab08-4239-a7bb-090d549d2b70" providerId="ADAL" clId="{CFE824D7-12D4-384A-89F5-3F39A2452434}" dt="2024-12-08T22:36:30.231" v="2812" actId="2696"/>
        <pc:sldMkLst>
          <pc:docMk/>
          <pc:sldMk cId="0" sldId="265"/>
        </pc:sldMkLst>
      </pc:sldChg>
      <pc:sldChg chg="addSp delSp modSp del mod">
        <pc:chgData name="Maniar, Janhavi" userId="3397527a-ab08-4239-a7bb-090d549d2b70" providerId="ADAL" clId="{CFE824D7-12D4-384A-89F5-3F39A2452434}" dt="2024-12-08T19:23:00.929" v="947" actId="2696"/>
        <pc:sldMkLst>
          <pc:docMk/>
          <pc:sldMk cId="0" sldId="266"/>
        </pc:sldMkLst>
        <pc:spChg chg="add mod">
          <ac:chgData name="Maniar, Janhavi" userId="3397527a-ab08-4239-a7bb-090d549d2b70" providerId="ADAL" clId="{CFE824D7-12D4-384A-89F5-3F39A2452434}" dt="2024-12-08T19:22:58.310" v="946" actId="478"/>
          <ac:spMkLst>
            <pc:docMk/>
            <pc:sldMk cId="0" sldId="266"/>
            <ac:spMk id="7" creationId="{B137CACB-A44C-594B-9692-B99E6BE879A6}"/>
          </ac:spMkLst>
        </pc:spChg>
        <pc:spChg chg="del mod">
          <ac:chgData name="Maniar, Janhavi" userId="3397527a-ab08-4239-a7bb-090d549d2b70" providerId="ADAL" clId="{CFE824D7-12D4-384A-89F5-3F39A2452434}" dt="2024-12-08T19:22:58.310" v="946" actId="478"/>
          <ac:spMkLst>
            <pc:docMk/>
            <pc:sldMk cId="0" sldId="266"/>
            <ac:spMk id="1244" creationId="{00000000-0000-0000-0000-000000000000}"/>
          </ac:spMkLst>
        </pc:spChg>
        <pc:spChg chg="mod">
          <ac:chgData name="Maniar, Janhavi" userId="3397527a-ab08-4239-a7bb-090d549d2b70" providerId="ADAL" clId="{CFE824D7-12D4-384A-89F5-3F39A2452434}" dt="2024-12-08T19:07:45.254" v="657" actId="1076"/>
          <ac:spMkLst>
            <pc:docMk/>
            <pc:sldMk cId="0" sldId="266"/>
            <ac:spMk id="1246" creationId="{00000000-0000-0000-0000-000000000000}"/>
          </ac:spMkLst>
        </pc:spChg>
        <pc:spChg chg="mod">
          <ac:chgData name="Maniar, Janhavi" userId="3397527a-ab08-4239-a7bb-090d549d2b70" providerId="ADAL" clId="{CFE824D7-12D4-384A-89F5-3F39A2452434}" dt="2024-12-08T19:07:45.254" v="657" actId="1076"/>
          <ac:spMkLst>
            <pc:docMk/>
            <pc:sldMk cId="0" sldId="266"/>
            <ac:spMk id="1247" creationId="{00000000-0000-0000-0000-000000000000}"/>
          </ac:spMkLst>
        </pc:spChg>
        <pc:spChg chg="mod">
          <ac:chgData name="Maniar, Janhavi" userId="3397527a-ab08-4239-a7bb-090d549d2b70" providerId="ADAL" clId="{CFE824D7-12D4-384A-89F5-3F39A2452434}" dt="2024-12-08T19:07:45.254" v="657" actId="1076"/>
          <ac:spMkLst>
            <pc:docMk/>
            <pc:sldMk cId="0" sldId="266"/>
            <ac:spMk id="1248" creationId="{00000000-0000-0000-0000-000000000000}"/>
          </ac:spMkLst>
        </pc:spChg>
        <pc:spChg chg="mod">
          <ac:chgData name="Maniar, Janhavi" userId="3397527a-ab08-4239-a7bb-090d549d2b70" providerId="ADAL" clId="{CFE824D7-12D4-384A-89F5-3F39A2452434}" dt="2024-12-08T19:07:45.254" v="657" actId="1076"/>
          <ac:spMkLst>
            <pc:docMk/>
            <pc:sldMk cId="0" sldId="266"/>
            <ac:spMk id="1249" creationId="{00000000-0000-0000-0000-000000000000}"/>
          </ac:spMkLst>
        </pc:spChg>
        <pc:spChg chg="mod">
          <ac:chgData name="Maniar, Janhavi" userId="3397527a-ab08-4239-a7bb-090d549d2b70" providerId="ADAL" clId="{CFE824D7-12D4-384A-89F5-3F39A2452434}" dt="2024-12-08T19:07:45.254" v="657" actId="1076"/>
          <ac:spMkLst>
            <pc:docMk/>
            <pc:sldMk cId="0" sldId="266"/>
            <ac:spMk id="1255" creationId="{00000000-0000-0000-0000-000000000000}"/>
          </ac:spMkLst>
        </pc:spChg>
        <pc:spChg chg="mod">
          <ac:chgData name="Maniar, Janhavi" userId="3397527a-ab08-4239-a7bb-090d549d2b70" providerId="ADAL" clId="{CFE824D7-12D4-384A-89F5-3F39A2452434}" dt="2024-12-08T19:07:45.254" v="657" actId="1076"/>
          <ac:spMkLst>
            <pc:docMk/>
            <pc:sldMk cId="0" sldId="266"/>
            <ac:spMk id="1256" creationId="{00000000-0000-0000-0000-000000000000}"/>
          </ac:spMkLst>
        </pc:spChg>
        <pc:picChg chg="add del mod modCrop">
          <ac:chgData name="Maniar, Janhavi" userId="3397527a-ab08-4239-a7bb-090d549d2b70" providerId="ADAL" clId="{CFE824D7-12D4-384A-89F5-3F39A2452434}" dt="2024-12-08T19:22:53.496" v="943" actId="478"/>
          <ac:picMkLst>
            <pc:docMk/>
            <pc:sldMk cId="0" sldId="266"/>
            <ac:picMk id="5" creationId="{71D0995E-7BCC-BE4C-E186-EA347ECAE4E3}"/>
          </ac:picMkLst>
        </pc:picChg>
      </pc:sldChg>
      <pc:sldChg chg="del">
        <pc:chgData name="Maniar, Janhavi" userId="3397527a-ab08-4239-a7bb-090d549d2b70" providerId="ADAL" clId="{CFE824D7-12D4-384A-89F5-3F39A2452434}" dt="2024-12-08T22:36:27.285" v="2810" actId="2696"/>
        <pc:sldMkLst>
          <pc:docMk/>
          <pc:sldMk cId="0" sldId="267"/>
        </pc:sldMkLst>
      </pc:sldChg>
      <pc:sldChg chg="del">
        <pc:chgData name="Maniar, Janhavi" userId="3397527a-ab08-4239-a7bb-090d549d2b70" providerId="ADAL" clId="{CFE824D7-12D4-384A-89F5-3F39A2452434}" dt="2024-12-08T22:36:27.129" v="2808" actId="2696"/>
        <pc:sldMkLst>
          <pc:docMk/>
          <pc:sldMk cId="0" sldId="268"/>
        </pc:sldMkLst>
      </pc:sldChg>
      <pc:sldChg chg="del">
        <pc:chgData name="Maniar, Janhavi" userId="3397527a-ab08-4239-a7bb-090d549d2b70" providerId="ADAL" clId="{CFE824D7-12D4-384A-89F5-3F39A2452434}" dt="2024-12-08T22:36:25.492" v="2807" actId="2696"/>
        <pc:sldMkLst>
          <pc:docMk/>
          <pc:sldMk cId="0" sldId="269"/>
        </pc:sldMkLst>
      </pc:sldChg>
      <pc:sldChg chg="del">
        <pc:chgData name="Maniar, Janhavi" userId="3397527a-ab08-4239-a7bb-090d549d2b70" providerId="ADAL" clId="{CFE824D7-12D4-384A-89F5-3F39A2452434}" dt="2024-12-08T22:36:27.231" v="2809" actId="2696"/>
        <pc:sldMkLst>
          <pc:docMk/>
          <pc:sldMk cId="0" sldId="270"/>
        </pc:sldMkLst>
      </pc:sldChg>
      <pc:sldChg chg="modSp del">
        <pc:chgData name="Maniar, Janhavi" userId="3397527a-ab08-4239-a7bb-090d549d2b70" providerId="ADAL" clId="{CFE824D7-12D4-384A-89F5-3F39A2452434}" dt="2024-12-08T22:36:18.624" v="2806" actId="2696"/>
        <pc:sldMkLst>
          <pc:docMk/>
          <pc:sldMk cId="0" sldId="271"/>
        </pc:sldMkLst>
        <pc:graphicFrameChg chg="mod">
          <ac:chgData name="Maniar, Janhavi" userId="3397527a-ab08-4239-a7bb-090d549d2b70" providerId="ADAL" clId="{CFE824D7-12D4-384A-89F5-3F39A2452434}" dt="2024-12-08T22:36:17.664" v="2805"/>
          <ac:graphicFrameMkLst>
            <pc:docMk/>
            <pc:sldMk cId="0" sldId="271"/>
            <ac:graphicFrameMk id="1380" creationId="{00000000-0000-0000-0000-000000000000}"/>
          </ac:graphicFrameMkLst>
        </pc:graphicFrameChg>
      </pc:sldChg>
      <pc:sldChg chg="del">
        <pc:chgData name="Maniar, Janhavi" userId="3397527a-ab08-4239-a7bb-090d549d2b70" providerId="ADAL" clId="{CFE824D7-12D4-384A-89F5-3F39A2452434}" dt="2024-12-08T22:36:17.664" v="2804" actId="2696"/>
        <pc:sldMkLst>
          <pc:docMk/>
          <pc:sldMk cId="0" sldId="272"/>
        </pc:sldMkLst>
      </pc:sldChg>
      <pc:sldChg chg="del">
        <pc:chgData name="Maniar, Janhavi" userId="3397527a-ab08-4239-a7bb-090d549d2b70" providerId="ADAL" clId="{CFE824D7-12D4-384A-89F5-3F39A2452434}" dt="2024-12-08T22:36:17.278" v="2803" actId="2696"/>
        <pc:sldMkLst>
          <pc:docMk/>
          <pc:sldMk cId="0" sldId="273"/>
        </pc:sldMkLst>
      </pc:sldChg>
      <pc:sldChg chg="modSp del mod ord">
        <pc:chgData name="Maniar, Janhavi" userId="3397527a-ab08-4239-a7bb-090d549d2b70" providerId="ADAL" clId="{CFE824D7-12D4-384A-89F5-3F39A2452434}" dt="2024-12-08T22:43:29.449" v="3388" actId="2696"/>
        <pc:sldMkLst>
          <pc:docMk/>
          <pc:sldMk cId="0" sldId="274"/>
        </pc:sldMkLst>
        <pc:spChg chg="mod">
          <ac:chgData name="Maniar, Janhavi" userId="3397527a-ab08-4239-a7bb-090d549d2b70" providerId="ADAL" clId="{CFE824D7-12D4-384A-89F5-3F39A2452434}" dt="2024-12-08T22:23:54.480" v="2675" actId="14100"/>
          <ac:spMkLst>
            <pc:docMk/>
            <pc:sldMk cId="0" sldId="274"/>
            <ac:spMk id="1474" creationId="{00000000-0000-0000-0000-000000000000}"/>
          </ac:spMkLst>
        </pc:spChg>
        <pc:spChg chg="mod">
          <ac:chgData name="Maniar, Janhavi" userId="3397527a-ab08-4239-a7bb-090d549d2b70" providerId="ADAL" clId="{CFE824D7-12D4-384A-89F5-3F39A2452434}" dt="2024-12-08T22:23:57.272" v="2676" actId="14100"/>
          <ac:spMkLst>
            <pc:docMk/>
            <pc:sldMk cId="0" sldId="274"/>
            <ac:spMk id="1485" creationId="{00000000-0000-0000-0000-000000000000}"/>
          </ac:spMkLst>
        </pc:spChg>
      </pc:sldChg>
      <pc:sldChg chg="del">
        <pc:chgData name="Maniar, Janhavi" userId="3397527a-ab08-4239-a7bb-090d549d2b70" providerId="ADAL" clId="{CFE824D7-12D4-384A-89F5-3F39A2452434}" dt="2024-12-08T22:36:16.891" v="2802" actId="2696"/>
        <pc:sldMkLst>
          <pc:docMk/>
          <pc:sldMk cId="0" sldId="275"/>
        </pc:sldMkLst>
      </pc:sldChg>
      <pc:sldChg chg="del">
        <pc:chgData name="Maniar, Janhavi" userId="3397527a-ab08-4239-a7bb-090d549d2b70" providerId="ADAL" clId="{CFE824D7-12D4-384A-89F5-3F39A2452434}" dt="2024-12-08T22:36:16.348" v="2801" actId="2696"/>
        <pc:sldMkLst>
          <pc:docMk/>
          <pc:sldMk cId="0" sldId="276"/>
        </pc:sldMkLst>
      </pc:sldChg>
      <pc:sldChg chg="del">
        <pc:chgData name="Maniar, Janhavi" userId="3397527a-ab08-4239-a7bb-090d549d2b70" providerId="ADAL" clId="{CFE824D7-12D4-384A-89F5-3F39A2452434}" dt="2024-12-08T22:36:15.720" v="2800" actId="2696"/>
        <pc:sldMkLst>
          <pc:docMk/>
          <pc:sldMk cId="0" sldId="277"/>
        </pc:sldMkLst>
      </pc:sldChg>
      <pc:sldChg chg="del">
        <pc:chgData name="Maniar, Janhavi" userId="3397527a-ab08-4239-a7bb-090d549d2b70" providerId="ADAL" clId="{CFE824D7-12D4-384A-89F5-3F39A2452434}" dt="2024-12-08T22:36:15.190" v="2799" actId="2696"/>
        <pc:sldMkLst>
          <pc:docMk/>
          <pc:sldMk cId="0" sldId="278"/>
        </pc:sldMkLst>
      </pc:sldChg>
      <pc:sldChg chg="del">
        <pc:chgData name="Maniar, Janhavi" userId="3397527a-ab08-4239-a7bb-090d549d2b70" providerId="ADAL" clId="{CFE824D7-12D4-384A-89F5-3F39A2452434}" dt="2024-12-08T22:36:14.076" v="2798" actId="2696"/>
        <pc:sldMkLst>
          <pc:docMk/>
          <pc:sldMk cId="0" sldId="279"/>
        </pc:sldMkLst>
      </pc:sldChg>
      <pc:sldChg chg="del">
        <pc:chgData name="Maniar, Janhavi" userId="3397527a-ab08-4239-a7bb-090d549d2b70" providerId="ADAL" clId="{CFE824D7-12D4-384A-89F5-3F39A2452434}" dt="2024-12-08T22:36:13.249" v="2797" actId="2696"/>
        <pc:sldMkLst>
          <pc:docMk/>
          <pc:sldMk cId="0" sldId="280"/>
        </pc:sldMkLst>
      </pc:sldChg>
      <pc:sldChg chg="del">
        <pc:chgData name="Maniar, Janhavi" userId="3397527a-ab08-4239-a7bb-090d549d2b70" providerId="ADAL" clId="{CFE824D7-12D4-384A-89F5-3F39A2452434}" dt="2024-12-08T22:36:12.394" v="2796" actId="2696"/>
        <pc:sldMkLst>
          <pc:docMk/>
          <pc:sldMk cId="0" sldId="281"/>
        </pc:sldMkLst>
      </pc:sldChg>
      <pc:sldChg chg="del">
        <pc:chgData name="Maniar, Janhavi" userId="3397527a-ab08-4239-a7bb-090d549d2b70" providerId="ADAL" clId="{CFE824D7-12D4-384A-89F5-3F39A2452434}" dt="2024-12-08T22:36:10.063" v="2795" actId="2696"/>
        <pc:sldMkLst>
          <pc:docMk/>
          <pc:sldMk cId="0" sldId="282"/>
        </pc:sldMkLst>
      </pc:sldChg>
      <pc:sldChg chg="del">
        <pc:chgData name="Maniar, Janhavi" userId="3397527a-ab08-4239-a7bb-090d549d2b70" providerId="ADAL" clId="{CFE824D7-12D4-384A-89F5-3F39A2452434}" dt="2024-12-08T22:36:07.988" v="2794" actId="2696"/>
        <pc:sldMkLst>
          <pc:docMk/>
          <pc:sldMk cId="0" sldId="283"/>
        </pc:sldMkLst>
      </pc:sldChg>
      <pc:sldChg chg="del">
        <pc:chgData name="Maniar, Janhavi" userId="3397527a-ab08-4239-a7bb-090d549d2b70" providerId="ADAL" clId="{CFE824D7-12D4-384A-89F5-3F39A2452434}" dt="2024-12-08T22:36:05.490" v="2793" actId="2696"/>
        <pc:sldMkLst>
          <pc:docMk/>
          <pc:sldMk cId="0" sldId="284"/>
        </pc:sldMkLst>
      </pc:sldChg>
      <pc:sldChg chg="del">
        <pc:chgData name="Maniar, Janhavi" userId="3397527a-ab08-4239-a7bb-090d549d2b70" providerId="ADAL" clId="{CFE824D7-12D4-384A-89F5-3F39A2452434}" dt="2024-12-08T22:36:02.641" v="2792" actId="2696"/>
        <pc:sldMkLst>
          <pc:docMk/>
          <pc:sldMk cId="0" sldId="285"/>
        </pc:sldMkLst>
      </pc:sldChg>
      <pc:sldChg chg="modSp mod modNotesTx">
        <pc:chgData name="Maniar, Janhavi" userId="3397527a-ab08-4239-a7bb-090d549d2b70" providerId="ADAL" clId="{CFE824D7-12D4-384A-89F5-3F39A2452434}" dt="2024-12-09T04:57:30.347" v="4080" actId="20577"/>
        <pc:sldMkLst>
          <pc:docMk/>
          <pc:sldMk cId="0" sldId="286"/>
        </pc:sldMkLst>
        <pc:spChg chg="mod">
          <ac:chgData name="Maniar, Janhavi" userId="3397527a-ab08-4239-a7bb-090d549d2b70" providerId="ADAL" clId="{CFE824D7-12D4-384A-89F5-3F39A2452434}" dt="2024-12-08T22:25:51.271" v="2764" actId="20577"/>
          <ac:spMkLst>
            <pc:docMk/>
            <pc:sldMk cId="0" sldId="286"/>
            <ac:spMk id="1936" creationId="{00000000-0000-0000-0000-000000000000}"/>
          </ac:spMkLst>
        </pc:spChg>
        <pc:spChg chg="mod">
          <ac:chgData name="Maniar, Janhavi" userId="3397527a-ab08-4239-a7bb-090d549d2b70" providerId="ADAL" clId="{CFE824D7-12D4-384A-89F5-3F39A2452434}" dt="2024-12-09T04:57:30.347" v="4080" actId="20577"/>
          <ac:spMkLst>
            <pc:docMk/>
            <pc:sldMk cId="0" sldId="286"/>
            <ac:spMk id="1937" creationId="{00000000-0000-0000-0000-000000000000}"/>
          </ac:spMkLst>
        </pc:spChg>
      </pc:sldChg>
      <pc:sldChg chg="del">
        <pc:chgData name="Maniar, Janhavi" userId="3397527a-ab08-4239-a7bb-090d549d2b70" providerId="ADAL" clId="{CFE824D7-12D4-384A-89F5-3F39A2452434}" dt="2024-12-08T22:36:00.252" v="2791" actId="2696"/>
        <pc:sldMkLst>
          <pc:docMk/>
          <pc:sldMk cId="0" sldId="287"/>
        </pc:sldMkLst>
      </pc:sldChg>
      <pc:sldChg chg="del modNotes">
        <pc:chgData name="Maniar, Janhavi" userId="3397527a-ab08-4239-a7bb-090d549d2b70" providerId="ADAL" clId="{CFE824D7-12D4-384A-89F5-3F39A2452434}" dt="2024-12-08T22:35:56.720" v="2789" actId="2696"/>
        <pc:sldMkLst>
          <pc:docMk/>
          <pc:sldMk cId="0" sldId="288"/>
        </pc:sldMkLst>
      </pc:sldChg>
      <pc:sldChg chg="del modNotes">
        <pc:chgData name="Maniar, Janhavi" userId="3397527a-ab08-4239-a7bb-090d549d2b70" providerId="ADAL" clId="{CFE824D7-12D4-384A-89F5-3F39A2452434}" dt="2024-12-08T22:35:56.075" v="2788" actId="2696"/>
        <pc:sldMkLst>
          <pc:docMk/>
          <pc:sldMk cId="0" sldId="289"/>
        </pc:sldMkLst>
      </pc:sldChg>
      <pc:sldChg chg="del modNotes">
        <pc:chgData name="Maniar, Janhavi" userId="3397527a-ab08-4239-a7bb-090d549d2b70" providerId="ADAL" clId="{CFE824D7-12D4-384A-89F5-3F39A2452434}" dt="2024-12-08T22:35:55.278" v="2787" actId="2696"/>
        <pc:sldMkLst>
          <pc:docMk/>
          <pc:sldMk cId="0" sldId="290"/>
        </pc:sldMkLst>
      </pc:sldChg>
      <pc:sldChg chg="del modNotes">
        <pc:chgData name="Maniar, Janhavi" userId="3397527a-ab08-4239-a7bb-090d549d2b70" providerId="ADAL" clId="{CFE824D7-12D4-384A-89F5-3F39A2452434}" dt="2024-12-08T22:35:55.168" v="2786" actId="2696"/>
        <pc:sldMkLst>
          <pc:docMk/>
          <pc:sldMk cId="0" sldId="291"/>
        </pc:sldMkLst>
      </pc:sldChg>
      <pc:sldChg chg="del modNotes">
        <pc:chgData name="Maniar, Janhavi" userId="3397527a-ab08-4239-a7bb-090d549d2b70" providerId="ADAL" clId="{CFE824D7-12D4-384A-89F5-3F39A2452434}" dt="2024-12-08T22:35:53.973" v="2785" actId="2696"/>
        <pc:sldMkLst>
          <pc:docMk/>
          <pc:sldMk cId="0" sldId="292"/>
        </pc:sldMkLst>
      </pc:sldChg>
      <pc:sldChg chg="del">
        <pc:chgData name="Maniar, Janhavi" userId="3397527a-ab08-4239-a7bb-090d549d2b70" providerId="ADAL" clId="{CFE824D7-12D4-384A-89F5-3F39A2452434}" dt="2024-12-08T22:35:53.370" v="2783" actId="2696"/>
        <pc:sldMkLst>
          <pc:docMk/>
          <pc:sldMk cId="0" sldId="293"/>
        </pc:sldMkLst>
      </pc:sldChg>
      <pc:sldChg chg="del">
        <pc:chgData name="Maniar, Janhavi" userId="3397527a-ab08-4239-a7bb-090d549d2b70" providerId="ADAL" clId="{CFE824D7-12D4-384A-89F5-3F39A2452434}" dt="2024-12-08T22:35:53.068" v="2782" actId="2696"/>
        <pc:sldMkLst>
          <pc:docMk/>
          <pc:sldMk cId="0" sldId="294"/>
        </pc:sldMkLst>
      </pc:sldChg>
      <pc:sldChg chg="del">
        <pc:chgData name="Maniar, Janhavi" userId="3397527a-ab08-4239-a7bb-090d549d2b70" providerId="ADAL" clId="{CFE824D7-12D4-384A-89F5-3F39A2452434}" dt="2024-12-08T22:35:50.309" v="2781" actId="2696"/>
        <pc:sldMkLst>
          <pc:docMk/>
          <pc:sldMk cId="0" sldId="295"/>
        </pc:sldMkLst>
      </pc:sldChg>
      <pc:sldChg chg="del">
        <pc:chgData name="Maniar, Janhavi" userId="3397527a-ab08-4239-a7bb-090d549d2b70" providerId="ADAL" clId="{CFE824D7-12D4-384A-89F5-3F39A2452434}" dt="2024-12-08T22:35:49.233" v="2780" actId="2696"/>
        <pc:sldMkLst>
          <pc:docMk/>
          <pc:sldMk cId="0" sldId="296"/>
        </pc:sldMkLst>
      </pc:sldChg>
      <pc:sldChg chg="del">
        <pc:chgData name="Maniar, Janhavi" userId="3397527a-ab08-4239-a7bb-090d549d2b70" providerId="ADAL" clId="{CFE824D7-12D4-384A-89F5-3F39A2452434}" dt="2024-12-08T22:35:48.297" v="2779" actId="2696"/>
        <pc:sldMkLst>
          <pc:docMk/>
          <pc:sldMk cId="0" sldId="297"/>
        </pc:sldMkLst>
      </pc:sldChg>
      <pc:sldChg chg="del">
        <pc:chgData name="Maniar, Janhavi" userId="3397527a-ab08-4239-a7bb-090d549d2b70" providerId="ADAL" clId="{CFE824D7-12D4-384A-89F5-3F39A2452434}" dt="2024-12-08T22:35:47.605" v="2778" actId="2696"/>
        <pc:sldMkLst>
          <pc:docMk/>
          <pc:sldMk cId="0" sldId="298"/>
        </pc:sldMkLst>
      </pc:sldChg>
      <pc:sldChg chg="del">
        <pc:chgData name="Maniar, Janhavi" userId="3397527a-ab08-4239-a7bb-090d549d2b70" providerId="ADAL" clId="{CFE824D7-12D4-384A-89F5-3F39A2452434}" dt="2024-12-08T22:35:47.412" v="2777" actId="2696"/>
        <pc:sldMkLst>
          <pc:docMk/>
          <pc:sldMk cId="0" sldId="299"/>
        </pc:sldMkLst>
      </pc:sldChg>
      <pc:sldChg chg="del">
        <pc:chgData name="Maniar, Janhavi" userId="3397527a-ab08-4239-a7bb-090d549d2b70" providerId="ADAL" clId="{CFE824D7-12D4-384A-89F5-3F39A2452434}" dt="2024-12-08T22:35:46.960" v="2776" actId="2696"/>
        <pc:sldMkLst>
          <pc:docMk/>
          <pc:sldMk cId="0" sldId="300"/>
        </pc:sldMkLst>
      </pc:sldChg>
      <pc:sldChg chg="del">
        <pc:chgData name="Maniar, Janhavi" userId="3397527a-ab08-4239-a7bb-090d549d2b70" providerId="ADAL" clId="{CFE824D7-12D4-384A-89F5-3F39A2452434}" dt="2024-12-08T22:35:46.692" v="2775" actId="2696"/>
        <pc:sldMkLst>
          <pc:docMk/>
          <pc:sldMk cId="0" sldId="301"/>
        </pc:sldMkLst>
      </pc:sldChg>
      <pc:sldChg chg="del">
        <pc:chgData name="Maniar, Janhavi" userId="3397527a-ab08-4239-a7bb-090d549d2b70" providerId="ADAL" clId="{CFE824D7-12D4-384A-89F5-3F39A2452434}" dt="2024-12-08T22:35:45.902" v="2774" actId="2696"/>
        <pc:sldMkLst>
          <pc:docMk/>
          <pc:sldMk cId="0" sldId="302"/>
        </pc:sldMkLst>
      </pc:sldChg>
      <pc:sldChg chg="del">
        <pc:chgData name="Maniar, Janhavi" userId="3397527a-ab08-4239-a7bb-090d549d2b70" providerId="ADAL" clId="{CFE824D7-12D4-384A-89F5-3F39A2452434}" dt="2024-12-08T22:35:45.649" v="2773" actId="2696"/>
        <pc:sldMkLst>
          <pc:docMk/>
          <pc:sldMk cId="0" sldId="303"/>
        </pc:sldMkLst>
      </pc:sldChg>
      <pc:sldChg chg="del">
        <pc:chgData name="Maniar, Janhavi" userId="3397527a-ab08-4239-a7bb-090d549d2b70" providerId="ADAL" clId="{CFE824D7-12D4-384A-89F5-3F39A2452434}" dt="2024-12-08T22:35:45.075" v="2772" actId="2696"/>
        <pc:sldMkLst>
          <pc:docMk/>
          <pc:sldMk cId="0" sldId="304"/>
        </pc:sldMkLst>
      </pc:sldChg>
      <pc:sldChg chg="del">
        <pc:chgData name="Maniar, Janhavi" userId="3397527a-ab08-4239-a7bb-090d549d2b70" providerId="ADAL" clId="{CFE824D7-12D4-384A-89F5-3F39A2452434}" dt="2024-12-08T22:35:44.296" v="2771" actId="2696"/>
        <pc:sldMkLst>
          <pc:docMk/>
          <pc:sldMk cId="0" sldId="305"/>
        </pc:sldMkLst>
      </pc:sldChg>
      <pc:sldChg chg="addSp delSp modSp add mod ord">
        <pc:chgData name="Maniar, Janhavi" userId="3397527a-ab08-4239-a7bb-090d549d2b70" providerId="ADAL" clId="{CFE824D7-12D4-384A-89F5-3F39A2452434}" dt="2024-12-08T23:40:41.558" v="3629" actId="14100"/>
        <pc:sldMkLst>
          <pc:docMk/>
          <pc:sldMk cId="1005201371" sldId="306"/>
        </pc:sldMkLst>
        <pc:spChg chg="add mod">
          <ac:chgData name="Maniar, Janhavi" userId="3397527a-ab08-4239-a7bb-090d549d2b70" providerId="ADAL" clId="{CFE824D7-12D4-384A-89F5-3F39A2452434}" dt="2024-12-08T23:40:29.081" v="3627" actId="1076"/>
          <ac:spMkLst>
            <pc:docMk/>
            <pc:sldMk cId="1005201371" sldId="306"/>
            <ac:spMk id="3" creationId="{E9353809-CBF1-0DA7-CD6B-2662630A7382}"/>
          </ac:spMkLst>
        </pc:spChg>
        <pc:spChg chg="mod">
          <ac:chgData name="Maniar, Janhavi" userId="3397527a-ab08-4239-a7bb-090d549d2b70" providerId="ADAL" clId="{CFE824D7-12D4-384A-89F5-3F39A2452434}" dt="2024-12-08T21:12:41.365" v="1699" actId="122"/>
          <ac:spMkLst>
            <pc:docMk/>
            <pc:sldMk cId="1005201371" sldId="306"/>
            <ac:spMk id="1244" creationId="{F4F2332F-2F5F-6877-1564-3B97D69F008E}"/>
          </ac:spMkLst>
        </pc:spChg>
        <pc:spChg chg="del">
          <ac:chgData name="Maniar, Janhavi" userId="3397527a-ab08-4239-a7bb-090d549d2b70" providerId="ADAL" clId="{CFE824D7-12D4-384A-89F5-3F39A2452434}" dt="2024-12-08T19:25:36.298" v="987" actId="478"/>
          <ac:spMkLst>
            <pc:docMk/>
            <pc:sldMk cId="1005201371" sldId="306"/>
            <ac:spMk id="1245" creationId="{FAF14097-5172-28B2-6309-EEB43194336B}"/>
          </ac:spMkLst>
        </pc:spChg>
        <pc:spChg chg="del mod">
          <ac:chgData name="Maniar, Janhavi" userId="3397527a-ab08-4239-a7bb-090d549d2b70" providerId="ADAL" clId="{CFE824D7-12D4-384A-89F5-3F39A2452434}" dt="2024-12-08T19:24:43.739" v="952" actId="478"/>
          <ac:spMkLst>
            <pc:docMk/>
            <pc:sldMk cId="1005201371" sldId="306"/>
            <ac:spMk id="1246" creationId="{082EAC91-72A3-A91A-27E5-86F8D9E53CB0}"/>
          </ac:spMkLst>
        </pc:spChg>
        <pc:spChg chg="del mod">
          <ac:chgData name="Maniar, Janhavi" userId="3397527a-ab08-4239-a7bb-090d549d2b70" providerId="ADAL" clId="{CFE824D7-12D4-384A-89F5-3F39A2452434}" dt="2024-12-08T19:26:27.923" v="1010" actId="478"/>
          <ac:spMkLst>
            <pc:docMk/>
            <pc:sldMk cId="1005201371" sldId="306"/>
            <ac:spMk id="1247" creationId="{B472783C-E908-0E7E-7169-C64D580809DF}"/>
          </ac:spMkLst>
        </pc:spChg>
        <pc:spChg chg="mod">
          <ac:chgData name="Maniar, Janhavi" userId="3397527a-ab08-4239-a7bb-090d549d2b70" providerId="ADAL" clId="{CFE824D7-12D4-384A-89F5-3F39A2452434}" dt="2024-12-08T23:40:25.610" v="3626" actId="1076"/>
          <ac:spMkLst>
            <pc:docMk/>
            <pc:sldMk cId="1005201371" sldId="306"/>
            <ac:spMk id="1248" creationId="{BD1C9A89-9F47-FB73-E92E-0BC92BABEAAF}"/>
          </ac:spMkLst>
        </pc:spChg>
        <pc:spChg chg="del">
          <ac:chgData name="Maniar, Janhavi" userId="3397527a-ab08-4239-a7bb-090d549d2b70" providerId="ADAL" clId="{CFE824D7-12D4-384A-89F5-3F39A2452434}" dt="2024-12-08T19:24:38.894" v="949" actId="478"/>
          <ac:spMkLst>
            <pc:docMk/>
            <pc:sldMk cId="1005201371" sldId="306"/>
            <ac:spMk id="1249" creationId="{DC34A7CF-DC31-4B34-2A99-27D1419CDB06}"/>
          </ac:spMkLst>
        </pc:spChg>
        <pc:spChg chg="del">
          <ac:chgData name="Maniar, Janhavi" userId="3397527a-ab08-4239-a7bb-090d549d2b70" providerId="ADAL" clId="{CFE824D7-12D4-384A-89F5-3F39A2452434}" dt="2024-12-08T19:16:43.293" v="688" actId="478"/>
          <ac:spMkLst>
            <pc:docMk/>
            <pc:sldMk cId="1005201371" sldId="306"/>
            <ac:spMk id="1250" creationId="{148668EA-5E57-A075-138A-47C173515846}"/>
          </ac:spMkLst>
        </pc:spChg>
        <pc:spChg chg="del mod">
          <ac:chgData name="Maniar, Janhavi" userId="3397527a-ab08-4239-a7bb-090d549d2b70" providerId="ADAL" clId="{CFE824D7-12D4-384A-89F5-3F39A2452434}" dt="2024-12-08T19:16:46.096" v="690" actId="478"/>
          <ac:spMkLst>
            <pc:docMk/>
            <pc:sldMk cId="1005201371" sldId="306"/>
            <ac:spMk id="1251" creationId="{DD686CC1-CB5A-BD8B-0181-36E564D1EC3D}"/>
          </ac:spMkLst>
        </pc:spChg>
        <pc:spChg chg="del">
          <ac:chgData name="Maniar, Janhavi" userId="3397527a-ab08-4239-a7bb-090d549d2b70" providerId="ADAL" clId="{CFE824D7-12D4-384A-89F5-3F39A2452434}" dt="2024-12-08T19:16:47.247" v="691" actId="478"/>
          <ac:spMkLst>
            <pc:docMk/>
            <pc:sldMk cId="1005201371" sldId="306"/>
            <ac:spMk id="1252" creationId="{3EF9ACEB-DAA7-D0D9-B46F-766709B23B11}"/>
          </ac:spMkLst>
        </pc:spChg>
        <pc:spChg chg="del">
          <ac:chgData name="Maniar, Janhavi" userId="3397527a-ab08-4239-a7bb-090d549d2b70" providerId="ADAL" clId="{CFE824D7-12D4-384A-89F5-3F39A2452434}" dt="2024-12-08T19:16:49.675" v="692" actId="478"/>
          <ac:spMkLst>
            <pc:docMk/>
            <pc:sldMk cId="1005201371" sldId="306"/>
            <ac:spMk id="1253" creationId="{E823B090-A63C-FA3E-5575-434A4D081485}"/>
          </ac:spMkLst>
        </pc:spChg>
        <pc:spChg chg="del">
          <ac:chgData name="Maniar, Janhavi" userId="3397527a-ab08-4239-a7bb-090d549d2b70" providerId="ADAL" clId="{CFE824D7-12D4-384A-89F5-3F39A2452434}" dt="2024-12-08T19:24:45.130" v="953" actId="478"/>
          <ac:spMkLst>
            <pc:docMk/>
            <pc:sldMk cId="1005201371" sldId="306"/>
            <ac:spMk id="1255" creationId="{9D145A4A-1992-13D3-95F0-065DBAB808BB}"/>
          </ac:spMkLst>
        </pc:spChg>
        <pc:spChg chg="del">
          <ac:chgData name="Maniar, Janhavi" userId="3397527a-ab08-4239-a7bb-090d549d2b70" providerId="ADAL" clId="{CFE824D7-12D4-384A-89F5-3F39A2452434}" dt="2024-12-08T19:24:41.479" v="951" actId="478"/>
          <ac:spMkLst>
            <pc:docMk/>
            <pc:sldMk cId="1005201371" sldId="306"/>
            <ac:spMk id="1256" creationId="{7D580288-2313-5FDE-5044-34056A525FDB}"/>
          </ac:spMkLst>
        </pc:spChg>
        <pc:picChg chg="del">
          <ac:chgData name="Maniar, Janhavi" userId="3397527a-ab08-4239-a7bb-090d549d2b70" providerId="ADAL" clId="{CFE824D7-12D4-384A-89F5-3F39A2452434}" dt="2024-12-08T23:39:23.439" v="3585" actId="478"/>
          <ac:picMkLst>
            <pc:docMk/>
            <pc:sldMk cId="1005201371" sldId="306"/>
            <ac:picMk id="2" creationId="{BCAEA6F6-2D42-BEEB-4003-7EC1768AA3D3}"/>
          </ac:picMkLst>
        </pc:picChg>
        <pc:picChg chg="add del mod">
          <ac:chgData name="Maniar, Janhavi" userId="3397527a-ab08-4239-a7bb-090d549d2b70" providerId="ADAL" clId="{CFE824D7-12D4-384A-89F5-3F39A2452434}" dt="2024-12-08T23:30:05.211" v="3435" actId="478"/>
          <ac:picMkLst>
            <pc:docMk/>
            <pc:sldMk cId="1005201371" sldId="306"/>
            <ac:picMk id="4" creationId="{86D92F4E-2725-11A0-D2D2-19A120A74BCD}"/>
          </ac:picMkLst>
        </pc:picChg>
        <pc:picChg chg="del mod modCrop">
          <ac:chgData name="Maniar, Janhavi" userId="3397527a-ab08-4239-a7bb-090d549d2b70" providerId="ADAL" clId="{CFE824D7-12D4-384A-89F5-3F39A2452434}" dt="2024-12-08T23:27:23.225" v="3430" actId="478"/>
          <ac:picMkLst>
            <pc:docMk/>
            <pc:sldMk cId="1005201371" sldId="306"/>
            <ac:picMk id="5" creationId="{DFD1805F-5C22-F231-9792-4F9755FA9F91}"/>
          </ac:picMkLst>
        </pc:picChg>
        <pc:picChg chg="add del mod">
          <ac:chgData name="Maniar, Janhavi" userId="3397527a-ab08-4239-a7bb-090d549d2b70" providerId="ADAL" clId="{CFE824D7-12D4-384A-89F5-3F39A2452434}" dt="2024-12-08T23:35:23.453" v="3444" actId="478"/>
          <ac:picMkLst>
            <pc:docMk/>
            <pc:sldMk cId="1005201371" sldId="306"/>
            <ac:picMk id="7" creationId="{016A6879-47F8-27DD-8CD6-B82640D1559B}"/>
          </ac:picMkLst>
        </pc:picChg>
        <pc:picChg chg="add mod">
          <ac:chgData name="Maniar, Janhavi" userId="3397527a-ab08-4239-a7bb-090d549d2b70" providerId="ADAL" clId="{CFE824D7-12D4-384A-89F5-3F39A2452434}" dt="2024-12-08T23:36:09.463" v="3451" actId="14100"/>
          <ac:picMkLst>
            <pc:docMk/>
            <pc:sldMk cId="1005201371" sldId="306"/>
            <ac:picMk id="9" creationId="{75D433D0-CF8F-7214-0F8D-AA604A4E71E1}"/>
          </ac:picMkLst>
        </pc:picChg>
        <pc:picChg chg="add del mod">
          <ac:chgData name="Maniar, Janhavi" userId="3397527a-ab08-4239-a7bb-090d549d2b70" providerId="ADAL" clId="{CFE824D7-12D4-384A-89F5-3F39A2452434}" dt="2024-12-08T23:38:54.432" v="3584" actId="478"/>
          <ac:picMkLst>
            <pc:docMk/>
            <pc:sldMk cId="1005201371" sldId="306"/>
            <ac:picMk id="11" creationId="{9B4DAD4D-F38F-DFFB-2037-2AA4A4CFB10C}"/>
          </ac:picMkLst>
        </pc:picChg>
        <pc:picChg chg="add mod">
          <ac:chgData name="Maniar, Janhavi" userId="3397527a-ab08-4239-a7bb-090d549d2b70" providerId="ADAL" clId="{CFE824D7-12D4-384A-89F5-3F39A2452434}" dt="2024-12-08T23:40:41.558" v="3629" actId="14100"/>
          <ac:picMkLst>
            <pc:docMk/>
            <pc:sldMk cId="1005201371" sldId="306"/>
            <ac:picMk id="13" creationId="{A6FE97D7-BF22-6417-EBDE-09F66DE9EFC7}"/>
          </ac:picMkLst>
        </pc:picChg>
      </pc:sldChg>
      <pc:sldChg chg="addSp delSp modSp new mod ord">
        <pc:chgData name="Maniar, Janhavi" userId="3397527a-ab08-4239-a7bb-090d549d2b70" providerId="ADAL" clId="{CFE824D7-12D4-384A-89F5-3F39A2452434}" dt="2024-12-08T23:19:31.983" v="3412" actId="14100"/>
        <pc:sldMkLst>
          <pc:docMk/>
          <pc:sldMk cId="41538072" sldId="307"/>
        </pc:sldMkLst>
        <pc:spChg chg="mod">
          <ac:chgData name="Maniar, Janhavi" userId="3397527a-ab08-4239-a7bb-090d549d2b70" providerId="ADAL" clId="{CFE824D7-12D4-384A-89F5-3F39A2452434}" dt="2024-12-08T21:12:33.946" v="1698" actId="122"/>
          <ac:spMkLst>
            <pc:docMk/>
            <pc:sldMk cId="41538072" sldId="307"/>
            <ac:spMk id="2" creationId="{8D7D89D6-9B30-BD99-D305-7FB7870C7EA0}"/>
          </ac:spMkLst>
        </pc:spChg>
        <pc:spChg chg="add mod">
          <ac:chgData name="Maniar, Janhavi" userId="3397527a-ab08-4239-a7bb-090d549d2b70" providerId="ADAL" clId="{CFE824D7-12D4-384A-89F5-3F39A2452434}" dt="2024-12-08T20:59:40.418" v="1361" actId="1076"/>
          <ac:spMkLst>
            <pc:docMk/>
            <pc:sldMk cId="41538072" sldId="307"/>
            <ac:spMk id="3" creationId="{3BF4D8D8-99AB-1A71-86E5-1EB047423C0A}"/>
          </ac:spMkLst>
        </pc:spChg>
        <pc:spChg chg="add mod">
          <ac:chgData name="Maniar, Janhavi" userId="3397527a-ab08-4239-a7bb-090d549d2b70" providerId="ADAL" clId="{CFE824D7-12D4-384A-89F5-3F39A2452434}" dt="2024-12-08T21:07:41.583" v="1662" actId="20577"/>
          <ac:spMkLst>
            <pc:docMk/>
            <pc:sldMk cId="41538072" sldId="307"/>
            <ac:spMk id="4" creationId="{26B0555D-023D-EB7C-71D3-9F6FFF2BA4F7}"/>
          </ac:spMkLst>
        </pc:spChg>
        <pc:picChg chg="add del mod">
          <ac:chgData name="Maniar, Janhavi" userId="3397527a-ab08-4239-a7bb-090d549d2b70" providerId="ADAL" clId="{CFE824D7-12D4-384A-89F5-3F39A2452434}" dt="2024-12-08T23:15:31.402" v="3389" actId="478"/>
          <ac:picMkLst>
            <pc:docMk/>
            <pc:sldMk cId="41538072" sldId="307"/>
            <ac:picMk id="6" creationId="{2BEFE945-B2AD-C845-5DB5-AF852CBFC85F}"/>
          </ac:picMkLst>
        </pc:picChg>
        <pc:picChg chg="add del mod">
          <ac:chgData name="Maniar, Janhavi" userId="3397527a-ab08-4239-a7bb-090d549d2b70" providerId="ADAL" clId="{CFE824D7-12D4-384A-89F5-3F39A2452434}" dt="2024-12-08T23:15:50.531" v="3395" actId="478"/>
          <ac:picMkLst>
            <pc:docMk/>
            <pc:sldMk cId="41538072" sldId="307"/>
            <ac:picMk id="8" creationId="{A3CC8905-2867-FF41-045A-E9E4D5D8C2B9}"/>
          </ac:picMkLst>
        </pc:picChg>
        <pc:picChg chg="add del mod">
          <ac:chgData name="Maniar, Janhavi" userId="3397527a-ab08-4239-a7bb-090d549d2b70" providerId="ADAL" clId="{CFE824D7-12D4-384A-89F5-3F39A2452434}" dt="2024-12-08T23:18:58.006" v="3402" actId="478"/>
          <ac:picMkLst>
            <pc:docMk/>
            <pc:sldMk cId="41538072" sldId="307"/>
            <ac:picMk id="10" creationId="{6A9B868C-8021-800D-A617-82574CB9250E}"/>
          </ac:picMkLst>
        </pc:picChg>
        <pc:picChg chg="add mod">
          <ac:chgData name="Maniar, Janhavi" userId="3397527a-ab08-4239-a7bb-090d549d2b70" providerId="ADAL" clId="{CFE824D7-12D4-384A-89F5-3F39A2452434}" dt="2024-12-08T23:19:31.983" v="3412" actId="14100"/>
          <ac:picMkLst>
            <pc:docMk/>
            <pc:sldMk cId="41538072" sldId="307"/>
            <ac:picMk id="12" creationId="{77C0DE5D-0FB5-2B3B-A8D4-60A758A93E68}"/>
          </ac:picMkLst>
        </pc:picChg>
      </pc:sldChg>
      <pc:sldChg chg="new del">
        <pc:chgData name="Maniar, Janhavi" userId="3397527a-ab08-4239-a7bb-090d549d2b70" providerId="ADAL" clId="{CFE824D7-12D4-384A-89F5-3F39A2452434}" dt="2024-12-08T19:19:14.993" v="695" actId="2696"/>
        <pc:sldMkLst>
          <pc:docMk/>
          <pc:sldMk cId="2867521363" sldId="307"/>
        </pc:sldMkLst>
      </pc:sldChg>
      <pc:sldChg chg="addSp delSp modSp add mod ord">
        <pc:chgData name="Maniar, Janhavi" userId="3397527a-ab08-4239-a7bb-090d549d2b70" providerId="ADAL" clId="{CFE824D7-12D4-384A-89F5-3F39A2452434}" dt="2024-12-09T00:24:54.367" v="4011" actId="20578"/>
        <pc:sldMkLst>
          <pc:docMk/>
          <pc:sldMk cId="711112136" sldId="308"/>
        </pc:sldMkLst>
        <pc:spChg chg="mod">
          <ac:chgData name="Maniar, Janhavi" userId="3397527a-ab08-4239-a7bb-090d549d2b70" providerId="ADAL" clId="{CFE824D7-12D4-384A-89F5-3F39A2452434}" dt="2024-12-09T00:16:09.512" v="3800" actId="20577"/>
          <ac:spMkLst>
            <pc:docMk/>
            <pc:sldMk cId="711112136" sldId="308"/>
            <ac:spMk id="2" creationId="{45D58133-01DD-B32C-F989-7DBC7732B588}"/>
          </ac:spMkLst>
        </pc:spChg>
        <pc:spChg chg="add mod">
          <ac:chgData name="Maniar, Janhavi" userId="3397527a-ab08-4239-a7bb-090d549d2b70" providerId="ADAL" clId="{CFE824D7-12D4-384A-89F5-3F39A2452434}" dt="2024-12-09T00:15:56.752" v="3783"/>
          <ac:spMkLst>
            <pc:docMk/>
            <pc:sldMk cId="711112136" sldId="308"/>
            <ac:spMk id="7" creationId="{C04941B3-CFD2-3E25-F75E-820848775940}"/>
          </ac:spMkLst>
        </pc:spChg>
        <pc:spChg chg="add mod">
          <ac:chgData name="Maniar, Janhavi" userId="3397527a-ab08-4239-a7bb-090d549d2b70" providerId="ADAL" clId="{CFE824D7-12D4-384A-89F5-3F39A2452434}" dt="2024-12-09T00:20:14.011" v="4000" actId="20577"/>
          <ac:spMkLst>
            <pc:docMk/>
            <pc:sldMk cId="711112136" sldId="308"/>
            <ac:spMk id="8" creationId="{19F36F5F-556B-5286-09F7-2F52880BD74E}"/>
          </ac:spMkLst>
        </pc:spChg>
        <pc:picChg chg="add del mod">
          <ac:chgData name="Maniar, Janhavi" userId="3397527a-ab08-4239-a7bb-090d549d2b70" providerId="ADAL" clId="{CFE824D7-12D4-384A-89F5-3F39A2452434}" dt="2024-12-09T00:12:31.949" v="3776" actId="478"/>
          <ac:picMkLst>
            <pc:docMk/>
            <pc:sldMk cId="711112136" sldId="308"/>
            <ac:picMk id="4" creationId="{71205B43-B307-8128-99BF-AB7B0C56AAB0}"/>
          </ac:picMkLst>
        </pc:picChg>
        <pc:picChg chg="add del mod">
          <ac:chgData name="Maniar, Janhavi" userId="3397527a-ab08-4239-a7bb-090d549d2b70" providerId="ADAL" clId="{CFE824D7-12D4-384A-89F5-3F39A2452434}" dt="2024-12-09T00:17:30.700" v="3873" actId="478"/>
          <ac:picMkLst>
            <pc:docMk/>
            <pc:sldMk cId="711112136" sldId="308"/>
            <ac:picMk id="6" creationId="{F1850752-5831-4858-988F-530CB5F2D57E}"/>
          </ac:picMkLst>
        </pc:picChg>
        <pc:picChg chg="add del mod">
          <ac:chgData name="Maniar, Janhavi" userId="3397527a-ab08-4239-a7bb-090d549d2b70" providerId="ADAL" clId="{CFE824D7-12D4-384A-89F5-3F39A2452434}" dt="2024-12-09T00:23:48.609" v="4001" actId="478"/>
          <ac:picMkLst>
            <pc:docMk/>
            <pc:sldMk cId="711112136" sldId="308"/>
            <ac:picMk id="10" creationId="{C1171EEE-26E4-3095-3629-883A68C4617B}"/>
          </ac:picMkLst>
        </pc:picChg>
        <pc:picChg chg="add mod">
          <ac:chgData name="Maniar, Janhavi" userId="3397527a-ab08-4239-a7bb-090d549d2b70" providerId="ADAL" clId="{CFE824D7-12D4-384A-89F5-3F39A2452434}" dt="2024-12-09T00:24:17.040" v="4010" actId="1076"/>
          <ac:picMkLst>
            <pc:docMk/>
            <pc:sldMk cId="711112136" sldId="308"/>
            <ac:picMk id="12" creationId="{5F7E304A-F195-80F4-D406-B4AA5DB5296D}"/>
          </ac:picMkLst>
        </pc:picChg>
      </pc:sldChg>
      <pc:sldChg chg="modSp add mod ord">
        <pc:chgData name="Maniar, Janhavi" userId="3397527a-ab08-4239-a7bb-090d549d2b70" providerId="ADAL" clId="{CFE824D7-12D4-384A-89F5-3F39A2452434}" dt="2024-12-08T19:21:29.160" v="851" actId="20577"/>
        <pc:sldMkLst>
          <pc:docMk/>
          <pc:sldMk cId="3746364563" sldId="309"/>
        </pc:sldMkLst>
        <pc:spChg chg="mod">
          <ac:chgData name="Maniar, Janhavi" userId="3397527a-ab08-4239-a7bb-090d549d2b70" providerId="ADAL" clId="{CFE824D7-12D4-384A-89F5-3F39A2452434}" dt="2024-12-08T19:21:29.160" v="851" actId="20577"/>
          <ac:spMkLst>
            <pc:docMk/>
            <pc:sldMk cId="3746364563" sldId="309"/>
            <ac:spMk id="1030" creationId="{591A9C4C-5785-6DAA-7634-B50EF0704BF2}"/>
          </ac:spMkLst>
        </pc:spChg>
      </pc:sldChg>
      <pc:sldChg chg="modSp add mod">
        <pc:chgData name="Maniar, Janhavi" userId="3397527a-ab08-4239-a7bb-090d549d2b70" providerId="ADAL" clId="{CFE824D7-12D4-384A-89F5-3F39A2452434}" dt="2024-12-08T19:21:59.794" v="903" actId="20577"/>
        <pc:sldMkLst>
          <pc:docMk/>
          <pc:sldMk cId="408828347" sldId="310"/>
        </pc:sldMkLst>
        <pc:spChg chg="mod">
          <ac:chgData name="Maniar, Janhavi" userId="3397527a-ab08-4239-a7bb-090d549d2b70" providerId="ADAL" clId="{CFE824D7-12D4-384A-89F5-3F39A2452434}" dt="2024-12-08T19:21:59.794" v="903" actId="20577"/>
          <ac:spMkLst>
            <pc:docMk/>
            <pc:sldMk cId="408828347" sldId="310"/>
            <ac:spMk id="1030" creationId="{5FD929D5-FACF-B7F1-E7C9-CF9A01748D7F}"/>
          </ac:spMkLst>
        </pc:spChg>
      </pc:sldChg>
      <pc:sldChg chg="addSp delSp modSp add mod modNotesTx">
        <pc:chgData name="Maniar, Janhavi" userId="3397527a-ab08-4239-a7bb-090d549d2b70" providerId="ADAL" clId="{CFE824D7-12D4-384A-89F5-3F39A2452434}" dt="2024-12-09T05:01:34.027" v="4084" actId="20577"/>
        <pc:sldMkLst>
          <pc:docMk/>
          <pc:sldMk cId="2839614127" sldId="311"/>
        </pc:sldMkLst>
        <pc:spChg chg="mod">
          <ac:chgData name="Maniar, Janhavi" userId="3397527a-ab08-4239-a7bb-090d549d2b70" providerId="ADAL" clId="{CFE824D7-12D4-384A-89F5-3F39A2452434}" dt="2024-12-08T21:17:55.182" v="1743" actId="20577"/>
          <ac:spMkLst>
            <pc:docMk/>
            <pc:sldMk cId="2839614127" sldId="311"/>
            <ac:spMk id="2" creationId="{289A1211-60DA-1A83-4A16-0BB37014A8E2}"/>
          </ac:spMkLst>
        </pc:spChg>
        <pc:spChg chg="add mod">
          <ac:chgData name="Maniar, Janhavi" userId="3397527a-ab08-4239-a7bb-090d549d2b70" providerId="ADAL" clId="{CFE824D7-12D4-384A-89F5-3F39A2452434}" dt="2024-12-08T23:46:04.564" v="3640" actId="1076"/>
          <ac:spMkLst>
            <pc:docMk/>
            <pc:sldMk cId="2839614127" sldId="311"/>
            <ac:spMk id="5" creationId="{2B30BEE5-9F0D-44DD-5204-CFDCE2115A84}"/>
          </ac:spMkLst>
        </pc:spChg>
        <pc:spChg chg="add mod">
          <ac:chgData name="Maniar, Janhavi" userId="3397527a-ab08-4239-a7bb-090d549d2b70" providerId="ADAL" clId="{CFE824D7-12D4-384A-89F5-3F39A2452434}" dt="2024-12-08T23:46:07.741" v="3641" actId="1076"/>
          <ac:spMkLst>
            <pc:docMk/>
            <pc:sldMk cId="2839614127" sldId="311"/>
            <ac:spMk id="6" creationId="{CCE48744-429C-9316-1F79-ED80608FDF21}"/>
          </ac:spMkLst>
        </pc:spChg>
        <pc:picChg chg="add del mod">
          <ac:chgData name="Maniar, Janhavi" userId="3397527a-ab08-4239-a7bb-090d549d2b70" providerId="ADAL" clId="{CFE824D7-12D4-384A-89F5-3F39A2452434}" dt="2024-12-08T23:45:26.032" v="3630" actId="478"/>
          <ac:picMkLst>
            <pc:docMk/>
            <pc:sldMk cId="2839614127" sldId="311"/>
            <ac:picMk id="4" creationId="{6E3105F9-BB60-757E-DD44-8D9BC4737A90}"/>
          </ac:picMkLst>
        </pc:picChg>
        <pc:picChg chg="add mod">
          <ac:chgData name="Maniar, Janhavi" userId="3397527a-ab08-4239-a7bb-090d549d2b70" providerId="ADAL" clId="{CFE824D7-12D4-384A-89F5-3F39A2452434}" dt="2024-12-08T23:45:45.565" v="3636" actId="14100"/>
          <ac:picMkLst>
            <pc:docMk/>
            <pc:sldMk cId="2839614127" sldId="311"/>
            <ac:picMk id="8" creationId="{9332DD5B-189C-E1B3-B2CF-96A554563A46}"/>
          </ac:picMkLst>
        </pc:picChg>
      </pc:sldChg>
      <pc:sldChg chg="modSp new mod">
        <pc:chgData name="Maniar, Janhavi" userId="3397527a-ab08-4239-a7bb-090d549d2b70" providerId="ADAL" clId="{CFE824D7-12D4-384A-89F5-3F39A2452434}" dt="2024-12-08T22:24:31.633" v="2732" actId="403"/>
        <pc:sldMkLst>
          <pc:docMk/>
          <pc:sldMk cId="2726908590" sldId="312"/>
        </pc:sldMkLst>
        <pc:spChg chg="mod">
          <ac:chgData name="Maniar, Janhavi" userId="3397527a-ab08-4239-a7bb-090d549d2b70" providerId="ADAL" clId="{CFE824D7-12D4-384A-89F5-3F39A2452434}" dt="2024-12-08T22:24:26.860" v="2725" actId="1076"/>
          <ac:spMkLst>
            <pc:docMk/>
            <pc:sldMk cId="2726908590" sldId="312"/>
            <ac:spMk id="2" creationId="{1B058AF5-2C75-4D8E-C945-0FC73FA495AC}"/>
          </ac:spMkLst>
        </pc:spChg>
        <pc:spChg chg="mod">
          <ac:chgData name="Maniar, Janhavi" userId="3397527a-ab08-4239-a7bb-090d549d2b70" providerId="ADAL" clId="{CFE824D7-12D4-384A-89F5-3F39A2452434}" dt="2024-12-08T22:24:31.633" v="2732" actId="403"/>
          <ac:spMkLst>
            <pc:docMk/>
            <pc:sldMk cId="2726908590" sldId="312"/>
            <ac:spMk id="3" creationId="{D11050CE-2039-30BA-B613-C9ABCD4F7898}"/>
          </ac:spMkLst>
        </pc:spChg>
      </pc:sldChg>
      <pc:sldChg chg="add del">
        <pc:chgData name="Maniar, Janhavi" userId="3397527a-ab08-4239-a7bb-090d549d2b70" providerId="ADAL" clId="{CFE824D7-12D4-384A-89F5-3F39A2452434}" dt="2024-12-08T21:41:12.984" v="2350" actId="2696"/>
        <pc:sldMkLst>
          <pc:docMk/>
          <pc:sldMk cId="2387009663" sldId="313"/>
        </pc:sldMkLst>
      </pc:sldChg>
      <pc:sldChg chg="addSp delSp modSp add mod ord modNotesTx">
        <pc:chgData name="Maniar, Janhavi" userId="3397527a-ab08-4239-a7bb-090d549d2b70" providerId="ADAL" clId="{CFE824D7-12D4-384A-89F5-3F39A2452434}" dt="2024-12-09T05:25:20.275" v="4470" actId="478"/>
        <pc:sldMkLst>
          <pc:docMk/>
          <pc:sldMk cId="3791043001" sldId="313"/>
        </pc:sldMkLst>
        <pc:spChg chg="mod">
          <ac:chgData name="Maniar, Janhavi" userId="3397527a-ab08-4239-a7bb-090d549d2b70" providerId="ADAL" clId="{CFE824D7-12D4-384A-89F5-3F39A2452434}" dt="2024-12-08T21:48:57.484" v="2450" actId="1076"/>
          <ac:spMkLst>
            <pc:docMk/>
            <pc:sldMk cId="3791043001" sldId="313"/>
            <ac:spMk id="2" creationId="{F71CCD9A-745C-C54B-B51C-5D6DAC051D20}"/>
          </ac:spMkLst>
        </pc:spChg>
        <pc:spChg chg="del mod">
          <ac:chgData name="Maniar, Janhavi" userId="3397527a-ab08-4239-a7bb-090d549d2b70" providerId="ADAL" clId="{CFE824D7-12D4-384A-89F5-3F39A2452434}" dt="2024-12-09T00:31:47.532" v="4023" actId="478"/>
          <ac:spMkLst>
            <pc:docMk/>
            <pc:sldMk cId="3791043001" sldId="313"/>
            <ac:spMk id="3" creationId="{C9AE69EA-8BF8-A3CE-51FD-FBB54DE47BD2}"/>
          </ac:spMkLst>
        </pc:spChg>
        <pc:spChg chg="del mod">
          <ac:chgData name="Maniar, Janhavi" userId="3397527a-ab08-4239-a7bb-090d549d2b70" providerId="ADAL" clId="{CFE824D7-12D4-384A-89F5-3F39A2452434}" dt="2024-12-09T00:31:45.987" v="4022" actId="478"/>
          <ac:spMkLst>
            <pc:docMk/>
            <pc:sldMk cId="3791043001" sldId="313"/>
            <ac:spMk id="4" creationId="{20C42122-6180-6103-4141-5B1E86BB7DC2}"/>
          </ac:spMkLst>
        </pc:spChg>
        <pc:spChg chg="add mod">
          <ac:chgData name="Maniar, Janhavi" userId="3397527a-ab08-4239-a7bb-090d549d2b70" providerId="ADAL" clId="{CFE824D7-12D4-384A-89F5-3F39A2452434}" dt="2024-12-09T00:34:02.702" v="4050" actId="404"/>
          <ac:spMkLst>
            <pc:docMk/>
            <pc:sldMk cId="3791043001" sldId="313"/>
            <ac:spMk id="16" creationId="{2329D285-8CCA-5D86-BE7A-19AFC03A1B58}"/>
          </ac:spMkLst>
        </pc:spChg>
        <pc:spChg chg="add del mod">
          <ac:chgData name="Maniar, Janhavi" userId="3397527a-ab08-4239-a7bb-090d549d2b70" providerId="ADAL" clId="{CFE824D7-12D4-384A-89F5-3F39A2452434}" dt="2024-12-09T05:25:20.275" v="4470" actId="478"/>
          <ac:spMkLst>
            <pc:docMk/>
            <pc:sldMk cId="3791043001" sldId="313"/>
            <ac:spMk id="18" creationId="{1AF876BC-0ABE-B916-2B2C-6A3CD7234A18}"/>
          </ac:spMkLst>
        </pc:spChg>
        <pc:spChg chg="add mod">
          <ac:chgData name="Maniar, Janhavi" userId="3397527a-ab08-4239-a7bb-090d549d2b70" providerId="ADAL" clId="{CFE824D7-12D4-384A-89F5-3F39A2452434}" dt="2024-12-09T05:11:33.634" v="4225" actId="20577"/>
          <ac:spMkLst>
            <pc:docMk/>
            <pc:sldMk cId="3791043001" sldId="313"/>
            <ac:spMk id="20" creationId="{23044585-7910-DDE4-CCC1-2694D59CA909}"/>
          </ac:spMkLst>
        </pc:spChg>
        <pc:picChg chg="del">
          <ac:chgData name="Maniar, Janhavi" userId="3397527a-ab08-4239-a7bb-090d549d2b70" providerId="ADAL" clId="{CFE824D7-12D4-384A-89F5-3F39A2452434}" dt="2024-12-08T21:41:24.459" v="2353" actId="478"/>
          <ac:picMkLst>
            <pc:docMk/>
            <pc:sldMk cId="3791043001" sldId="313"/>
            <ac:picMk id="6" creationId="{8FE799A3-7D5D-3AB6-4F99-B8B401F46CFB}"/>
          </ac:picMkLst>
        </pc:picChg>
        <pc:picChg chg="add del mod">
          <ac:chgData name="Maniar, Janhavi" userId="3397527a-ab08-4239-a7bb-090d549d2b70" providerId="ADAL" clId="{CFE824D7-12D4-384A-89F5-3F39A2452434}" dt="2024-12-08T23:20:34.586" v="3413" actId="478"/>
          <ac:picMkLst>
            <pc:docMk/>
            <pc:sldMk cId="3791043001" sldId="313"/>
            <ac:picMk id="7" creationId="{93B19FDB-CE90-1601-C776-F99EF26623A8}"/>
          </ac:picMkLst>
        </pc:picChg>
        <pc:picChg chg="add del mod">
          <ac:chgData name="Maniar, Janhavi" userId="3397527a-ab08-4239-a7bb-090d549d2b70" providerId="ADAL" clId="{CFE824D7-12D4-384A-89F5-3F39A2452434}" dt="2024-12-08T23:20:50.461" v="3417" actId="478"/>
          <ac:picMkLst>
            <pc:docMk/>
            <pc:sldMk cId="3791043001" sldId="313"/>
            <ac:picMk id="9" creationId="{11B1ED91-14B4-403A-7245-EFE87A15D0C8}"/>
          </ac:picMkLst>
        </pc:picChg>
        <pc:picChg chg="add del mod">
          <ac:chgData name="Maniar, Janhavi" userId="3397527a-ab08-4239-a7bb-090d549d2b70" providerId="ADAL" clId="{CFE824D7-12D4-384A-89F5-3F39A2452434}" dt="2024-12-08T23:25:49.547" v="3421" actId="478"/>
          <ac:picMkLst>
            <pc:docMk/>
            <pc:sldMk cId="3791043001" sldId="313"/>
            <ac:picMk id="11" creationId="{E77FCE3E-0260-E3BD-866A-53AAC4DA0F87}"/>
          </ac:picMkLst>
        </pc:picChg>
        <pc:picChg chg="add mod">
          <ac:chgData name="Maniar, Janhavi" userId="3397527a-ab08-4239-a7bb-090d549d2b70" providerId="ADAL" clId="{CFE824D7-12D4-384A-89F5-3F39A2452434}" dt="2024-12-09T00:32:28.366" v="4034" actId="1076"/>
          <ac:picMkLst>
            <pc:docMk/>
            <pc:sldMk cId="3791043001" sldId="313"/>
            <ac:picMk id="13" creationId="{ED67D483-374E-06D3-49DC-BC6E91F4D551}"/>
          </ac:picMkLst>
        </pc:picChg>
        <pc:picChg chg="add mod">
          <ac:chgData name="Maniar, Janhavi" userId="3397527a-ab08-4239-a7bb-090d549d2b70" providerId="ADAL" clId="{CFE824D7-12D4-384A-89F5-3F39A2452434}" dt="2024-12-09T00:33:43.923" v="4049" actId="14100"/>
          <ac:picMkLst>
            <pc:docMk/>
            <pc:sldMk cId="3791043001" sldId="313"/>
            <ac:picMk id="15" creationId="{17496AC5-81BE-F0EF-85BD-B04D7FC88A6E}"/>
          </ac:picMkLst>
        </pc:picChg>
      </pc:sldChg>
      <pc:sldChg chg="new del">
        <pc:chgData name="Maniar, Janhavi" userId="3397527a-ab08-4239-a7bb-090d549d2b70" providerId="ADAL" clId="{CFE824D7-12D4-384A-89F5-3F39A2452434}" dt="2024-12-08T22:25:37.371" v="2735" actId="2696"/>
        <pc:sldMkLst>
          <pc:docMk/>
          <pc:sldMk cId="1044342906" sldId="314"/>
        </pc:sldMkLst>
      </pc:sldChg>
      <pc:sldChg chg="modSp add mod">
        <pc:chgData name="Maniar, Janhavi" userId="3397527a-ab08-4239-a7bb-090d549d2b70" providerId="ADAL" clId="{CFE824D7-12D4-384A-89F5-3F39A2452434}" dt="2024-12-08T23:51:07.783" v="3770" actId="20577"/>
        <pc:sldMkLst>
          <pc:docMk/>
          <pc:sldMk cId="3171293592" sldId="315"/>
        </pc:sldMkLst>
        <pc:spChg chg="mod">
          <ac:chgData name="Maniar, Janhavi" userId="3397527a-ab08-4239-a7bb-090d549d2b70" providerId="ADAL" clId="{CFE824D7-12D4-384A-89F5-3F39A2452434}" dt="2024-12-08T22:25:41.276" v="2746" actId="20577"/>
          <ac:spMkLst>
            <pc:docMk/>
            <pc:sldMk cId="3171293592" sldId="315"/>
            <ac:spMk id="1936" creationId="{CD03DCCE-4345-CEC7-4ACC-EAD7E6A3AB73}"/>
          </ac:spMkLst>
        </pc:spChg>
        <pc:spChg chg="mod">
          <ac:chgData name="Maniar, Janhavi" userId="3397527a-ab08-4239-a7bb-090d549d2b70" providerId="ADAL" clId="{CFE824D7-12D4-384A-89F5-3F39A2452434}" dt="2024-12-08T23:51:07.783" v="3770" actId="20577"/>
          <ac:spMkLst>
            <pc:docMk/>
            <pc:sldMk cId="3171293592" sldId="315"/>
            <ac:spMk id="1937" creationId="{78216F73-929A-07C7-BC48-FC46A6B6509F}"/>
          </ac:spMkLst>
        </pc:spChg>
      </pc:sldChg>
      <pc:sldMasterChg chg="del">
        <pc:chgData name="Maniar, Janhavi" userId="3397527a-ab08-4239-a7bb-090d549d2b70" providerId="ADAL" clId="{CFE824D7-12D4-384A-89F5-3F39A2452434}" dt="2024-12-08T22:35:56.726" v="2790" actId="2696"/>
        <pc:sldMasterMkLst>
          <pc:docMk/>
          <pc:sldMasterMk cId="0" sldId="2147483680"/>
        </pc:sldMasterMkLst>
      </pc:sldMasterChg>
    </pc:docChg>
  </pc:docChgLst>
  <pc:docChgLst>
    <pc:chgData name="Banik, Arpa" userId="S::abanik@falcon.bentley.edu::73615e92-7b37-4e0f-8766-e4fa6e73344b" providerId="AD" clId="Web-{0647F17F-C2A7-F771-098F-E23BC2D38ED7}"/>
    <pc:docChg chg="modSld">
      <pc:chgData name="Banik, Arpa" userId="S::abanik@falcon.bentley.edu::73615e92-7b37-4e0f-8766-e4fa6e73344b" providerId="AD" clId="Web-{0647F17F-C2A7-F771-098F-E23BC2D38ED7}" dt="2024-12-09T05:06:45.531" v="34"/>
      <pc:docMkLst>
        <pc:docMk/>
      </pc:docMkLst>
      <pc:sldChg chg="modNotes">
        <pc:chgData name="Banik, Arpa" userId="S::abanik@falcon.bentley.edu::73615e92-7b37-4e0f-8766-e4fa6e73344b" providerId="AD" clId="Web-{0647F17F-C2A7-F771-098F-E23BC2D38ED7}" dt="2024-12-09T04:37:55.690" v="19"/>
        <pc:sldMkLst>
          <pc:docMk/>
          <pc:sldMk cId="1005201371" sldId="306"/>
        </pc:sldMkLst>
      </pc:sldChg>
      <pc:sldChg chg="modNotes">
        <pc:chgData name="Banik, Arpa" userId="S::abanik@falcon.bentley.edu::73615e92-7b37-4e0f-8766-e4fa6e73344b" providerId="AD" clId="Web-{0647F17F-C2A7-F771-098F-E23BC2D38ED7}" dt="2024-12-09T05:06:45.531" v="34"/>
        <pc:sldMkLst>
          <pc:docMk/>
          <pc:sldMk cId="41538072" sldId="307"/>
        </pc:sldMkLst>
      </pc:sldChg>
      <pc:sldChg chg="modNotes">
        <pc:chgData name="Banik, Arpa" userId="S::abanik@falcon.bentley.edu::73615e92-7b37-4e0f-8766-e4fa6e73344b" providerId="AD" clId="Web-{0647F17F-C2A7-F771-098F-E23BC2D38ED7}" dt="2024-12-09T04:57:27.215" v="32"/>
        <pc:sldMkLst>
          <pc:docMk/>
          <pc:sldMk cId="711112136" sldId="308"/>
        </pc:sldMkLst>
      </pc:sldChg>
      <pc:sldChg chg="modNotes">
        <pc:chgData name="Banik, Arpa" userId="S::abanik@falcon.bentley.edu::73615e92-7b37-4e0f-8766-e4fa6e73344b" providerId="AD" clId="Web-{0647F17F-C2A7-F771-098F-E23BC2D38ED7}" dt="2024-12-09T04:13:01.694" v="7"/>
        <pc:sldMkLst>
          <pc:docMk/>
          <pc:sldMk cId="2839614127" sldId="311"/>
        </pc:sldMkLst>
      </pc:sldChg>
      <pc:sldChg chg="modNotes">
        <pc:chgData name="Banik, Arpa" userId="S::abanik@falcon.bentley.edu::73615e92-7b37-4e0f-8766-e4fa6e73344b" providerId="AD" clId="Web-{0647F17F-C2A7-F771-098F-E23BC2D38ED7}" dt="2024-12-09T04:56:22.181" v="29"/>
        <pc:sldMkLst>
          <pc:docMk/>
          <pc:sldMk cId="3171293592" sldId="3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13c2bc466c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1" name="Google Shape;941;g13c2bc466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4" name="Google Shape;97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2006aac323e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006aac323e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dataset we chose in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006aac323e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2006aac323e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006aac323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8" name="Google Shape;1028;g2006aac323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latin typeface="Calibri"/>
                <a:ea typeface="Calibri"/>
                <a:cs typeface="Calibri"/>
              </a:rPr>
              <a:t>Arpa</a:t>
            </a:r>
            <a:endParaRPr lang="en-US" err="1">
              <a:latin typeface="Calibri"/>
              <a:ea typeface="Calibri"/>
              <a:cs typeface="Calibri"/>
            </a:endParaRPr>
          </a:p>
          <a:p>
            <a:pPr>
              <a:buNone/>
            </a:pPr>
            <a:r>
              <a:rPr lang="en-US"/>
              <a:t>Our first finding centers on geographic and demographic influences. Did you know Washington state has the highest heart attack rates while Delaware has the lowest? This disparity suggests that where you live might determine your access to preventive care or the prevalence of certain risk factors in the community. It’s a reminder of how much geography can shape health outcomes.</a:t>
            </a:r>
          </a:p>
        </p:txBody>
      </p:sp>
    </p:spTree>
    <p:extLst>
      <p:ext uri="{BB962C8B-B14F-4D97-AF65-F5344CB8AC3E}">
        <p14:creationId xmlns:p14="http://schemas.microsoft.com/office/powerpoint/2010/main" val="1379193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a:extLst>
            <a:ext uri="{FF2B5EF4-FFF2-40B4-BE49-F238E27FC236}">
              <a16:creationId xmlns:a16="http://schemas.microsoft.com/office/drawing/2014/main" id="{A54C1BE1-D94F-03C9-7831-EF4C6B46ADE0}"/>
            </a:ext>
          </a:extLst>
        </p:cNvPr>
        <p:cNvGrpSpPr/>
        <p:nvPr/>
      </p:nvGrpSpPr>
      <p:grpSpPr>
        <a:xfrm>
          <a:off x="0" y="0"/>
          <a:ext cx="0" cy="0"/>
          <a:chOff x="0" y="0"/>
          <a:chExt cx="0" cy="0"/>
        </a:xfrm>
      </p:grpSpPr>
      <p:sp>
        <p:nvSpPr>
          <p:cNvPr id="1241" name="Google Shape;1241;g2006aac323e_0_1013:notes">
            <a:extLst>
              <a:ext uri="{FF2B5EF4-FFF2-40B4-BE49-F238E27FC236}">
                <a16:creationId xmlns:a16="http://schemas.microsoft.com/office/drawing/2014/main" id="{887D4F95-9328-7F11-3D98-8B59E6CD1A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2" name="Google Shape;1242;g2006aac323e_0_1013:notes">
            <a:extLst>
              <a:ext uri="{FF2B5EF4-FFF2-40B4-BE49-F238E27FC236}">
                <a16:creationId xmlns:a16="http://schemas.microsoft.com/office/drawing/2014/main" id="{C05BEC36-1687-E5BB-E601-17C7C24BF6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Arpa</a:t>
            </a:r>
            <a:endParaRPr lang="en-US" err="1"/>
          </a:p>
          <a:p>
            <a:pPr marL="0" indent="0">
              <a:buNone/>
            </a:pPr>
            <a:r>
              <a:rPr lang="en-US"/>
              <a:t>Age and gender brought some fascinating trends to light. For men, the risk of heart attacks peaks under 25 and after 65, while for women, it’s highest between 40 and 50. These findings made us pause—why do these age groups stand out? They suggest life stages where stress, hormonal changes, or underlying health conditions may play a role. It’s personal for me because it aligns with what I’ve seen in my own family history, and it emphasizes the importance of early intervention.</a:t>
            </a:r>
          </a:p>
        </p:txBody>
      </p:sp>
    </p:spTree>
    <p:extLst>
      <p:ext uri="{BB962C8B-B14F-4D97-AF65-F5344CB8AC3E}">
        <p14:creationId xmlns:p14="http://schemas.microsoft.com/office/powerpoint/2010/main" val="1291242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a:t>Texas</a:t>
            </a:r>
            <a:r>
              <a:rPr lang="en-US"/>
              <a:t> and </a:t>
            </a:r>
            <a:r>
              <a:rPr lang="en-US" b="1"/>
              <a:t>Ohio</a:t>
            </a:r>
            <a:r>
              <a:rPr lang="en-US"/>
              <a:t> contribute significantly to the "Yes" category for heart attacks, indicating higher numbers of heart attack occurrences compared to the other states.</a:t>
            </a:r>
          </a:p>
          <a:p>
            <a:pPr marL="0" indent="0">
              <a:buNone/>
            </a:pPr>
            <a:r>
              <a:rPr lang="en-US"/>
              <a:t>Across all states, </a:t>
            </a:r>
            <a:r>
              <a:rPr lang="en-US" b="1"/>
              <a:t>males</a:t>
            </a:r>
            <a:r>
              <a:rPr lang="en-US"/>
              <a:t> show a stronger flow toward the "Yes" (heart attack) category, suggesting a higher prevalence of heart attacks among men compared to women.</a:t>
            </a:r>
          </a:p>
          <a:p>
            <a:pPr marL="0" indent="0">
              <a:buNone/>
            </a:pPr>
            <a:r>
              <a:rPr lang="en-US" b="1"/>
              <a:t>Florida and Washington </a:t>
            </a:r>
            <a:r>
              <a:rPr lang="en-US"/>
              <a:t>have relatively balanced distributions between "Yes" and "No" for heart attacks, with no apparent strong gender bias.</a:t>
            </a:r>
          </a:p>
          <a:p>
            <a:pPr>
              <a:buNone/>
            </a:pPr>
            <a:r>
              <a:rPr lang="en-US">
                <a:latin typeface="Calibri"/>
                <a:ea typeface="Calibri"/>
                <a:cs typeface="Calibri"/>
              </a:rPr>
              <a:t>Arpa</a:t>
            </a:r>
          </a:p>
          <a:p>
            <a:pPr>
              <a:buNone/>
            </a:pPr>
            <a:r>
              <a:rPr lang="en-US"/>
              <a:t>Digging deeper into gender and location, we found that men consistently face higher risks across all states, with Texas having the highest male heart attack rates. This raises critical questions about how societal and environmental factors interplay with gendered health risks.</a:t>
            </a:r>
          </a:p>
        </p:txBody>
      </p:sp>
    </p:spTree>
    <p:extLst>
      <p:ext uri="{BB962C8B-B14F-4D97-AF65-F5344CB8AC3E}">
        <p14:creationId xmlns:p14="http://schemas.microsoft.com/office/powerpoint/2010/main" val="3667670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686BDA07-E4FE-509F-D2CF-070ABE672972}"/>
            </a:ext>
          </a:extLst>
        </p:cNvPr>
        <p:cNvGrpSpPr/>
        <p:nvPr/>
      </p:nvGrpSpPr>
      <p:grpSpPr>
        <a:xfrm>
          <a:off x="0" y="0"/>
          <a:ext cx="0" cy="0"/>
          <a:chOff x="0" y="0"/>
          <a:chExt cx="0" cy="0"/>
        </a:xfrm>
      </p:grpSpPr>
      <p:sp>
        <p:nvSpPr>
          <p:cNvPr id="1027" name="Google Shape;1027;g2006aac323e_0_0:notes">
            <a:extLst>
              <a:ext uri="{FF2B5EF4-FFF2-40B4-BE49-F238E27FC236}">
                <a16:creationId xmlns:a16="http://schemas.microsoft.com/office/drawing/2014/main" id="{48F70F9E-5D04-B3E7-8AF1-FD733C3A5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8" name="Google Shape;1028;g2006aac323e_0_0:notes">
            <a:extLst>
              <a:ext uri="{FF2B5EF4-FFF2-40B4-BE49-F238E27FC236}">
                <a16:creationId xmlns:a16="http://schemas.microsoft.com/office/drawing/2014/main" id="{F6C43FD1-3207-D24A-7563-14D7F0AD39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0702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Not smoking can reduce chances of heart attack by about 50%</a:t>
            </a:r>
          </a:p>
          <a:p>
            <a:r>
              <a:rPr lang="en-US"/>
              <a:t>Research shows that moderate drinkers are a lower risk due to raised levels of good cholesterol which prevent artery damage, but heavy drinkers are at increased risk</a:t>
            </a:r>
          </a:p>
          <a:p>
            <a:endParaRPr lang="en-US"/>
          </a:p>
        </p:txBody>
      </p:sp>
    </p:spTree>
    <p:extLst>
      <p:ext uri="{BB962C8B-B14F-4D97-AF65-F5344CB8AC3E}">
        <p14:creationId xmlns:p14="http://schemas.microsoft.com/office/powerpoint/2010/main" val="3114884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FCF0725D-B509-C28C-01A4-27B3058C4CE8}"/>
            </a:ext>
          </a:extLst>
        </p:cNvPr>
        <p:cNvGrpSpPr/>
        <p:nvPr/>
      </p:nvGrpSpPr>
      <p:grpSpPr>
        <a:xfrm>
          <a:off x="0" y="0"/>
          <a:ext cx="0" cy="0"/>
          <a:chOff x="0" y="0"/>
          <a:chExt cx="0" cy="0"/>
        </a:xfrm>
      </p:grpSpPr>
      <p:sp>
        <p:nvSpPr>
          <p:cNvPr id="1027" name="Google Shape;1027;g2006aac323e_0_0:notes">
            <a:extLst>
              <a:ext uri="{FF2B5EF4-FFF2-40B4-BE49-F238E27FC236}">
                <a16:creationId xmlns:a16="http://schemas.microsoft.com/office/drawing/2014/main" id="{871681FE-6CA3-433C-B7F3-0829F7CE8B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8" name="Google Shape;1028;g2006aac323e_0_0:notes">
            <a:extLst>
              <a:ext uri="{FF2B5EF4-FFF2-40B4-BE49-F238E27FC236}">
                <a16:creationId xmlns:a16="http://schemas.microsoft.com/office/drawing/2014/main" id="{1D580772-05F6-A0ED-589E-D3FBE6A46B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058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Small intercept indicates that baseline likelihood of having a heart attack is pretty low</a:t>
            </a:r>
          </a:p>
          <a:p>
            <a:r>
              <a:rPr lang="en-US"/>
              <a:t>Kidney disease and diabetes have a significantly elevated risk of heart attack</a:t>
            </a:r>
          </a:p>
          <a:p>
            <a:r>
              <a:rPr lang="en-US"/>
              <a:t>Pre diabetes has a moderate risk while gestational diabetes actually seems to be negatively associated, reducing heart attack risk which prompts further research</a:t>
            </a:r>
          </a:p>
        </p:txBody>
      </p:sp>
    </p:spTree>
    <p:extLst>
      <p:ext uri="{BB962C8B-B14F-4D97-AF65-F5344CB8AC3E}">
        <p14:creationId xmlns:p14="http://schemas.microsoft.com/office/powerpoint/2010/main" val="2976154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a:extLst>
            <a:ext uri="{FF2B5EF4-FFF2-40B4-BE49-F238E27FC236}">
              <a16:creationId xmlns:a16="http://schemas.microsoft.com/office/drawing/2014/main" id="{1FD57D38-A2FA-D388-5D04-21959B9FAF14}"/>
            </a:ext>
          </a:extLst>
        </p:cNvPr>
        <p:cNvGrpSpPr/>
        <p:nvPr/>
      </p:nvGrpSpPr>
      <p:grpSpPr>
        <a:xfrm>
          <a:off x="0" y="0"/>
          <a:ext cx="0" cy="0"/>
          <a:chOff x="0" y="0"/>
          <a:chExt cx="0" cy="0"/>
        </a:xfrm>
      </p:grpSpPr>
      <p:sp>
        <p:nvSpPr>
          <p:cNvPr id="1933" name="Google Shape;1933;g2006aac323e_0_782:notes">
            <a:extLst>
              <a:ext uri="{FF2B5EF4-FFF2-40B4-BE49-F238E27FC236}">
                <a16:creationId xmlns:a16="http://schemas.microsoft.com/office/drawing/2014/main" id="{0993D20B-BF53-3B15-F9A8-8CABB0FD33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2006aac323e_0_782:notes">
            <a:extLst>
              <a:ext uri="{FF2B5EF4-FFF2-40B4-BE49-F238E27FC236}">
                <a16:creationId xmlns:a16="http://schemas.microsoft.com/office/drawing/2014/main" id="{C5501FCD-17AB-50B1-F602-66FF6B4A81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Arpa</a:t>
            </a:r>
          </a:p>
          <a:p>
            <a:pPr marL="0" indent="0">
              <a:buNone/>
            </a:pPr>
            <a:r>
              <a:rPr lang="en-US"/>
              <a:t>To wrap up, here are the key takeaways. Men face consistently higher risks than women, and these risks are influenced by both geography and lifestyle choices. Smoking remains a critical factor, while the role of alcohol requires further study. Finally, understanding a patient’s history of diabetes or kidney disease can provide crucial insights into their heart health. For me, working on this project has been more than an academic exercise—it’s been an opportunity to explore how data can lead to better health outcomes for people like my own family and yours.</a:t>
            </a:r>
          </a:p>
        </p:txBody>
      </p:sp>
    </p:spTree>
    <p:extLst>
      <p:ext uri="{BB962C8B-B14F-4D97-AF65-F5344CB8AC3E}">
        <p14:creationId xmlns:p14="http://schemas.microsoft.com/office/powerpoint/2010/main" val="304312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375" y="1098577"/>
            <a:ext cx="5245800" cy="2421000"/>
          </a:xfrm>
          <a:prstGeom prst="rect">
            <a:avLst/>
          </a:prstGeom>
          <a:noFill/>
        </p:spPr>
        <p:txBody>
          <a:bodyPr spcFirstLastPara="1" wrap="square" lIns="91425" tIns="91425" rIns="91425" bIns="91425" anchor="t" anchorCtr="0">
            <a:noAutofit/>
          </a:bodyPr>
          <a:lstStyle>
            <a:lvl1pPr lvl="0" algn="l">
              <a:lnSpc>
                <a:spcPct val="85000"/>
              </a:lnSpc>
              <a:spcBef>
                <a:spcPts val="0"/>
              </a:spcBef>
              <a:spcAft>
                <a:spcPts val="0"/>
              </a:spcAft>
              <a:buSzPts val="4500"/>
              <a:buFont typeface="Loved by the King"/>
              <a:buNone/>
              <a:defRPr sz="6000"/>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0" name="Google Shape;10;p2"/>
          <p:cNvSpPr txBox="1">
            <a:spLocks noGrp="1"/>
          </p:cNvSpPr>
          <p:nvPr>
            <p:ph type="subTitle" idx="1"/>
          </p:nvPr>
        </p:nvSpPr>
        <p:spPr>
          <a:xfrm>
            <a:off x="713225" y="3679223"/>
            <a:ext cx="5049000" cy="365700"/>
          </a:xfrm>
          <a:prstGeom prst="rect">
            <a:avLst/>
          </a:prstGeom>
          <a:solidFill>
            <a:srgbClr val="AA1130"/>
          </a:solidFill>
        </p:spPr>
        <p:txBody>
          <a:bodyPr spcFirstLastPara="1" wrap="square" lIns="91425" tIns="91425" rIns="91425" bIns="91425" anchor="ctr" anchorCtr="0">
            <a:noAutofit/>
          </a:bodyPr>
          <a:lstStyle>
            <a:lvl1pPr lvl="0">
              <a:spcBef>
                <a:spcPts val="0"/>
              </a:spcBef>
              <a:spcAft>
                <a:spcPts val="0"/>
              </a:spcAft>
              <a:buSzPts val="1400"/>
              <a:buNone/>
              <a:defRPr sz="1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2"/>
          <p:cNvSpPr>
            <a:spLocks noGrp="1"/>
          </p:cNvSpPr>
          <p:nvPr>
            <p:ph type="pic" idx="2"/>
          </p:nvPr>
        </p:nvSpPr>
        <p:spPr>
          <a:xfrm>
            <a:off x="6154010" y="0"/>
            <a:ext cx="2990100" cy="5143500"/>
          </a:xfrm>
          <a:prstGeom prst="rect">
            <a:avLst/>
          </a:prstGeom>
          <a:noFill/>
          <a:ln>
            <a:noFill/>
          </a:ln>
        </p:spPr>
      </p:sp>
      <p:grpSp>
        <p:nvGrpSpPr>
          <p:cNvPr id="12" name="Google Shape;12;p2"/>
          <p:cNvGrpSpPr/>
          <p:nvPr/>
        </p:nvGrpSpPr>
        <p:grpSpPr>
          <a:xfrm>
            <a:off x="231350" y="4568626"/>
            <a:ext cx="1321075" cy="347650"/>
            <a:chOff x="877325" y="238125"/>
            <a:chExt cx="1321075" cy="347650"/>
          </a:xfrm>
        </p:grpSpPr>
        <p:sp>
          <p:nvSpPr>
            <p:cNvPr id="13" name="Google Shape;13;p2"/>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0" y="122975"/>
            <a:ext cx="1791876" cy="792412"/>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5"/>
        <p:cNvGrpSpPr/>
        <p:nvPr/>
      </p:nvGrpSpPr>
      <p:grpSpPr>
        <a:xfrm>
          <a:off x="0" y="0"/>
          <a:ext cx="0" cy="0"/>
          <a:chOff x="0" y="0"/>
          <a:chExt cx="0" cy="0"/>
        </a:xfrm>
      </p:grpSpPr>
      <p:sp>
        <p:nvSpPr>
          <p:cNvPr id="116" name="Google Shape;116;p6"/>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Clr>
                <a:schemeClr val="lt1"/>
              </a:buClr>
              <a:buSzPts val="3500"/>
              <a:buNone/>
              <a:defRPr>
                <a:solidFill>
                  <a:schemeClr val="lt1"/>
                </a:solidFill>
              </a:defRPr>
            </a:lvl2pPr>
            <a:lvl3pPr lvl="2" algn="ctr" rtl="0">
              <a:spcBef>
                <a:spcPts val="0"/>
              </a:spcBef>
              <a:spcAft>
                <a:spcPts val="0"/>
              </a:spcAft>
              <a:buClr>
                <a:schemeClr val="lt1"/>
              </a:buClr>
              <a:buSzPts val="3500"/>
              <a:buNone/>
              <a:defRPr>
                <a:solidFill>
                  <a:schemeClr val="lt1"/>
                </a:solidFill>
              </a:defRPr>
            </a:lvl3pPr>
            <a:lvl4pPr lvl="3" algn="ctr" rtl="0">
              <a:spcBef>
                <a:spcPts val="0"/>
              </a:spcBef>
              <a:spcAft>
                <a:spcPts val="0"/>
              </a:spcAft>
              <a:buClr>
                <a:schemeClr val="lt1"/>
              </a:buClr>
              <a:buSzPts val="3500"/>
              <a:buNone/>
              <a:defRPr>
                <a:solidFill>
                  <a:schemeClr val="lt1"/>
                </a:solidFill>
              </a:defRPr>
            </a:lvl4pPr>
            <a:lvl5pPr lvl="4" algn="ctr" rtl="0">
              <a:spcBef>
                <a:spcPts val="0"/>
              </a:spcBef>
              <a:spcAft>
                <a:spcPts val="0"/>
              </a:spcAft>
              <a:buClr>
                <a:schemeClr val="lt1"/>
              </a:buClr>
              <a:buSzPts val="3500"/>
              <a:buNone/>
              <a:defRPr>
                <a:solidFill>
                  <a:schemeClr val="lt1"/>
                </a:solidFill>
              </a:defRPr>
            </a:lvl5pPr>
            <a:lvl6pPr lvl="5" algn="ctr" rtl="0">
              <a:spcBef>
                <a:spcPts val="0"/>
              </a:spcBef>
              <a:spcAft>
                <a:spcPts val="0"/>
              </a:spcAft>
              <a:buClr>
                <a:schemeClr val="lt1"/>
              </a:buClr>
              <a:buSzPts val="3500"/>
              <a:buNone/>
              <a:defRPr>
                <a:solidFill>
                  <a:schemeClr val="lt1"/>
                </a:solidFill>
              </a:defRPr>
            </a:lvl6pPr>
            <a:lvl7pPr lvl="6" algn="ctr" rtl="0">
              <a:spcBef>
                <a:spcPts val="0"/>
              </a:spcBef>
              <a:spcAft>
                <a:spcPts val="0"/>
              </a:spcAft>
              <a:buClr>
                <a:schemeClr val="lt1"/>
              </a:buClr>
              <a:buSzPts val="3500"/>
              <a:buNone/>
              <a:defRPr>
                <a:solidFill>
                  <a:schemeClr val="lt1"/>
                </a:solidFill>
              </a:defRPr>
            </a:lvl7pPr>
            <a:lvl8pPr lvl="7" algn="ctr" rtl="0">
              <a:spcBef>
                <a:spcPts val="0"/>
              </a:spcBef>
              <a:spcAft>
                <a:spcPts val="0"/>
              </a:spcAft>
              <a:buClr>
                <a:schemeClr val="lt1"/>
              </a:buClr>
              <a:buSzPts val="3500"/>
              <a:buNone/>
              <a:defRPr>
                <a:solidFill>
                  <a:schemeClr val="lt1"/>
                </a:solidFill>
              </a:defRPr>
            </a:lvl8pPr>
            <a:lvl9pPr lvl="8" algn="ctr" rtl="0">
              <a:spcBef>
                <a:spcPts val="0"/>
              </a:spcBef>
              <a:spcAft>
                <a:spcPts val="0"/>
              </a:spcAft>
              <a:buClr>
                <a:schemeClr val="lt1"/>
              </a:buClr>
              <a:buSzPts val="3500"/>
              <a:buNone/>
              <a:defRPr>
                <a:solidFill>
                  <a:schemeClr val="lt1"/>
                </a:solidFill>
              </a:defRPr>
            </a:lvl9pPr>
          </a:lstStyle>
          <a:p>
            <a:endParaRPr/>
          </a:p>
        </p:txBody>
      </p:sp>
      <p:sp>
        <p:nvSpPr>
          <p:cNvPr id="117" name="Google Shape;117;p6"/>
          <p:cNvSpPr/>
          <p:nvPr/>
        </p:nvSpPr>
        <p:spPr>
          <a:xfrm rot="10800000" flipH="1">
            <a:off x="-12" y="4181850"/>
            <a:ext cx="1614938" cy="714166"/>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 name="Google Shape;118;p6"/>
          <p:cNvGrpSpPr/>
          <p:nvPr/>
        </p:nvGrpSpPr>
        <p:grpSpPr>
          <a:xfrm rot="-5400000" flipH="1">
            <a:off x="7679576" y="3439225"/>
            <a:ext cx="2054450" cy="591850"/>
            <a:chOff x="4696500" y="436775"/>
            <a:chExt cx="2054450" cy="591850"/>
          </a:xfrm>
        </p:grpSpPr>
        <p:sp>
          <p:nvSpPr>
            <p:cNvPr id="119" name="Google Shape;119;p6"/>
            <p:cNvSpPr/>
            <p:nvPr/>
          </p:nvSpPr>
          <p:spPr>
            <a:xfrm>
              <a:off x="6649950" y="680950"/>
              <a:ext cx="101000" cy="101850"/>
            </a:xfrm>
            <a:custGeom>
              <a:avLst/>
              <a:gdLst/>
              <a:ahLst/>
              <a:cxnLst/>
              <a:rect l="l" t="t" r="r" b="b"/>
              <a:pathLst>
                <a:path w="4040" h="4074" extrusionOk="0">
                  <a:moveTo>
                    <a:pt x="2020" y="1"/>
                  </a:moveTo>
                  <a:lnTo>
                    <a:pt x="1822" y="34"/>
                  </a:lnTo>
                  <a:lnTo>
                    <a:pt x="1623" y="67"/>
                  </a:lnTo>
                  <a:lnTo>
                    <a:pt x="1424" y="100"/>
                  </a:lnTo>
                  <a:lnTo>
                    <a:pt x="1226" y="166"/>
                  </a:lnTo>
                  <a:lnTo>
                    <a:pt x="895" y="365"/>
                  </a:lnTo>
                  <a:lnTo>
                    <a:pt x="597" y="597"/>
                  </a:lnTo>
                  <a:lnTo>
                    <a:pt x="365" y="895"/>
                  </a:lnTo>
                  <a:lnTo>
                    <a:pt x="166" y="1259"/>
                  </a:lnTo>
                  <a:lnTo>
                    <a:pt x="100" y="1424"/>
                  </a:lnTo>
                  <a:lnTo>
                    <a:pt x="34" y="1623"/>
                  </a:lnTo>
                  <a:lnTo>
                    <a:pt x="1" y="1822"/>
                  </a:lnTo>
                  <a:lnTo>
                    <a:pt x="1" y="2020"/>
                  </a:lnTo>
                  <a:lnTo>
                    <a:pt x="1" y="2252"/>
                  </a:lnTo>
                  <a:lnTo>
                    <a:pt x="34" y="2451"/>
                  </a:lnTo>
                  <a:lnTo>
                    <a:pt x="100" y="2649"/>
                  </a:lnTo>
                  <a:lnTo>
                    <a:pt x="166" y="2815"/>
                  </a:lnTo>
                  <a:lnTo>
                    <a:pt x="365" y="3179"/>
                  </a:lnTo>
                  <a:lnTo>
                    <a:pt x="597" y="3477"/>
                  </a:lnTo>
                  <a:lnTo>
                    <a:pt x="895" y="3709"/>
                  </a:lnTo>
                  <a:lnTo>
                    <a:pt x="1226" y="3908"/>
                  </a:lnTo>
                  <a:lnTo>
                    <a:pt x="1424" y="3974"/>
                  </a:lnTo>
                  <a:lnTo>
                    <a:pt x="1623" y="4007"/>
                  </a:lnTo>
                  <a:lnTo>
                    <a:pt x="1822" y="4040"/>
                  </a:lnTo>
                  <a:lnTo>
                    <a:pt x="2020" y="4073"/>
                  </a:lnTo>
                  <a:lnTo>
                    <a:pt x="2252" y="4040"/>
                  </a:lnTo>
                  <a:lnTo>
                    <a:pt x="2451" y="4007"/>
                  </a:lnTo>
                  <a:lnTo>
                    <a:pt x="2649" y="3974"/>
                  </a:lnTo>
                  <a:lnTo>
                    <a:pt x="2815" y="3908"/>
                  </a:lnTo>
                  <a:lnTo>
                    <a:pt x="3179" y="3709"/>
                  </a:lnTo>
                  <a:lnTo>
                    <a:pt x="3477"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77" y="597"/>
                  </a:lnTo>
                  <a:lnTo>
                    <a:pt x="3179" y="365"/>
                  </a:lnTo>
                  <a:lnTo>
                    <a:pt x="2815" y="166"/>
                  </a:lnTo>
                  <a:lnTo>
                    <a:pt x="2649" y="100"/>
                  </a:lnTo>
                  <a:lnTo>
                    <a:pt x="2451"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6649950" y="436775"/>
              <a:ext cx="101000" cy="101000"/>
            </a:xfrm>
            <a:custGeom>
              <a:avLst/>
              <a:gdLst/>
              <a:ahLst/>
              <a:cxnLst/>
              <a:rect l="l" t="t" r="r" b="b"/>
              <a:pathLst>
                <a:path w="4040" h="4040" extrusionOk="0">
                  <a:moveTo>
                    <a:pt x="1822" y="0"/>
                  </a:moveTo>
                  <a:lnTo>
                    <a:pt x="1623" y="33"/>
                  </a:lnTo>
                  <a:lnTo>
                    <a:pt x="1424" y="66"/>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9"/>
                  </a:lnTo>
                  <a:lnTo>
                    <a:pt x="1226" y="3874"/>
                  </a:lnTo>
                  <a:lnTo>
                    <a:pt x="1424" y="3940"/>
                  </a:lnTo>
                  <a:lnTo>
                    <a:pt x="1623" y="4007"/>
                  </a:lnTo>
                  <a:lnTo>
                    <a:pt x="1822" y="4040"/>
                  </a:lnTo>
                  <a:lnTo>
                    <a:pt x="2252" y="4040"/>
                  </a:lnTo>
                  <a:lnTo>
                    <a:pt x="2451" y="4007"/>
                  </a:lnTo>
                  <a:lnTo>
                    <a:pt x="2649" y="3940"/>
                  </a:lnTo>
                  <a:lnTo>
                    <a:pt x="2815" y="3874"/>
                  </a:lnTo>
                  <a:lnTo>
                    <a:pt x="3179" y="3709"/>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6"/>
            <p:cNvSpPr/>
            <p:nvPr/>
          </p:nvSpPr>
          <p:spPr>
            <a:xfrm>
              <a:off x="5185675" y="927625"/>
              <a:ext cx="101025" cy="101000"/>
            </a:xfrm>
            <a:custGeom>
              <a:avLst/>
              <a:gdLst/>
              <a:ahLst/>
              <a:cxnLst/>
              <a:rect l="l" t="t" r="r" b="b"/>
              <a:pathLst>
                <a:path w="4041" h="4040" extrusionOk="0">
                  <a:moveTo>
                    <a:pt x="1822" y="0"/>
                  </a:moveTo>
                  <a:lnTo>
                    <a:pt x="1623" y="33"/>
                  </a:lnTo>
                  <a:lnTo>
                    <a:pt x="1425" y="66"/>
                  </a:lnTo>
                  <a:lnTo>
                    <a:pt x="1226" y="133"/>
                  </a:lnTo>
                  <a:lnTo>
                    <a:pt x="895" y="331"/>
                  </a:lnTo>
                  <a:lnTo>
                    <a:pt x="597" y="596"/>
                  </a:lnTo>
                  <a:lnTo>
                    <a:pt x="332" y="894"/>
                  </a:lnTo>
                  <a:lnTo>
                    <a:pt x="167" y="1225"/>
                  </a:lnTo>
                  <a:lnTo>
                    <a:pt x="100" y="1424"/>
                  </a:lnTo>
                  <a:lnTo>
                    <a:pt x="34" y="1589"/>
                  </a:lnTo>
                  <a:lnTo>
                    <a:pt x="1" y="1821"/>
                  </a:lnTo>
                  <a:lnTo>
                    <a:pt x="1" y="2020"/>
                  </a:lnTo>
                  <a:lnTo>
                    <a:pt x="1" y="2219"/>
                  </a:lnTo>
                  <a:lnTo>
                    <a:pt x="34" y="2417"/>
                  </a:lnTo>
                  <a:lnTo>
                    <a:pt x="100" y="2616"/>
                  </a:lnTo>
                  <a:lnTo>
                    <a:pt x="167" y="2815"/>
                  </a:lnTo>
                  <a:lnTo>
                    <a:pt x="332" y="3146"/>
                  </a:lnTo>
                  <a:lnTo>
                    <a:pt x="597" y="3444"/>
                  </a:lnTo>
                  <a:lnTo>
                    <a:pt x="895" y="3708"/>
                  </a:lnTo>
                  <a:lnTo>
                    <a:pt x="1226" y="3874"/>
                  </a:lnTo>
                  <a:lnTo>
                    <a:pt x="1425" y="3940"/>
                  </a:lnTo>
                  <a:lnTo>
                    <a:pt x="1623" y="4006"/>
                  </a:lnTo>
                  <a:lnTo>
                    <a:pt x="1822" y="4040"/>
                  </a:lnTo>
                  <a:lnTo>
                    <a:pt x="2219" y="4040"/>
                  </a:lnTo>
                  <a:lnTo>
                    <a:pt x="2418"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589"/>
                  </a:lnTo>
                  <a:lnTo>
                    <a:pt x="3974" y="1424"/>
                  </a:lnTo>
                  <a:lnTo>
                    <a:pt x="3908" y="1225"/>
                  </a:lnTo>
                  <a:lnTo>
                    <a:pt x="3709" y="894"/>
                  </a:lnTo>
                  <a:lnTo>
                    <a:pt x="3444" y="596"/>
                  </a:lnTo>
                  <a:lnTo>
                    <a:pt x="3146" y="331"/>
                  </a:lnTo>
                  <a:lnTo>
                    <a:pt x="2815" y="133"/>
                  </a:lnTo>
                  <a:lnTo>
                    <a:pt x="2617" y="66"/>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6405775" y="680950"/>
              <a:ext cx="101000" cy="101850"/>
            </a:xfrm>
            <a:custGeom>
              <a:avLst/>
              <a:gdLst/>
              <a:ahLst/>
              <a:cxnLst/>
              <a:rect l="l" t="t" r="r" b="b"/>
              <a:pathLst>
                <a:path w="4040" h="4074" extrusionOk="0">
                  <a:moveTo>
                    <a:pt x="2020" y="1"/>
                  </a:moveTo>
                  <a:lnTo>
                    <a:pt x="1788" y="34"/>
                  </a:lnTo>
                  <a:lnTo>
                    <a:pt x="1590" y="67"/>
                  </a:lnTo>
                  <a:lnTo>
                    <a:pt x="1424" y="100"/>
                  </a:lnTo>
                  <a:lnTo>
                    <a:pt x="1225" y="166"/>
                  </a:lnTo>
                  <a:lnTo>
                    <a:pt x="894" y="365"/>
                  </a:lnTo>
                  <a:lnTo>
                    <a:pt x="563" y="597"/>
                  </a:lnTo>
                  <a:lnTo>
                    <a:pt x="331" y="895"/>
                  </a:lnTo>
                  <a:lnTo>
                    <a:pt x="133" y="1259"/>
                  </a:lnTo>
                  <a:lnTo>
                    <a:pt x="67" y="1424"/>
                  </a:lnTo>
                  <a:lnTo>
                    <a:pt x="33" y="1623"/>
                  </a:lnTo>
                  <a:lnTo>
                    <a:pt x="0" y="1822"/>
                  </a:lnTo>
                  <a:lnTo>
                    <a:pt x="0" y="2020"/>
                  </a:lnTo>
                  <a:lnTo>
                    <a:pt x="0" y="2252"/>
                  </a:lnTo>
                  <a:lnTo>
                    <a:pt x="33" y="2451"/>
                  </a:lnTo>
                  <a:lnTo>
                    <a:pt x="67" y="2649"/>
                  </a:lnTo>
                  <a:lnTo>
                    <a:pt x="133" y="2815"/>
                  </a:lnTo>
                  <a:lnTo>
                    <a:pt x="331" y="3179"/>
                  </a:lnTo>
                  <a:lnTo>
                    <a:pt x="563" y="3477"/>
                  </a:lnTo>
                  <a:lnTo>
                    <a:pt x="894" y="3709"/>
                  </a:lnTo>
                  <a:lnTo>
                    <a:pt x="1225" y="3908"/>
                  </a:lnTo>
                  <a:lnTo>
                    <a:pt x="1424" y="3974"/>
                  </a:lnTo>
                  <a:lnTo>
                    <a:pt x="1590" y="4007"/>
                  </a:lnTo>
                  <a:lnTo>
                    <a:pt x="1788" y="4040"/>
                  </a:lnTo>
                  <a:lnTo>
                    <a:pt x="2020" y="4073"/>
                  </a:lnTo>
                  <a:lnTo>
                    <a:pt x="2219" y="4040"/>
                  </a:lnTo>
                  <a:lnTo>
                    <a:pt x="2417" y="4007"/>
                  </a:lnTo>
                  <a:lnTo>
                    <a:pt x="2616" y="3974"/>
                  </a:lnTo>
                  <a:lnTo>
                    <a:pt x="2815" y="3908"/>
                  </a:lnTo>
                  <a:lnTo>
                    <a:pt x="3146" y="3709"/>
                  </a:lnTo>
                  <a:lnTo>
                    <a:pt x="3444" y="3477"/>
                  </a:lnTo>
                  <a:lnTo>
                    <a:pt x="3676" y="3179"/>
                  </a:lnTo>
                  <a:lnTo>
                    <a:pt x="3874" y="2815"/>
                  </a:lnTo>
                  <a:lnTo>
                    <a:pt x="3940" y="2649"/>
                  </a:lnTo>
                  <a:lnTo>
                    <a:pt x="4007" y="2451"/>
                  </a:lnTo>
                  <a:lnTo>
                    <a:pt x="4040" y="2252"/>
                  </a:lnTo>
                  <a:lnTo>
                    <a:pt x="4040" y="2020"/>
                  </a:lnTo>
                  <a:lnTo>
                    <a:pt x="4040" y="1822"/>
                  </a:lnTo>
                  <a:lnTo>
                    <a:pt x="4007" y="1623"/>
                  </a:lnTo>
                  <a:lnTo>
                    <a:pt x="3940" y="1424"/>
                  </a:lnTo>
                  <a:lnTo>
                    <a:pt x="3874" y="1259"/>
                  </a:lnTo>
                  <a:lnTo>
                    <a:pt x="3676" y="895"/>
                  </a:lnTo>
                  <a:lnTo>
                    <a:pt x="3444" y="597"/>
                  </a:lnTo>
                  <a:lnTo>
                    <a:pt x="3146" y="365"/>
                  </a:lnTo>
                  <a:lnTo>
                    <a:pt x="2815" y="166"/>
                  </a:lnTo>
                  <a:lnTo>
                    <a:pt x="2616" y="100"/>
                  </a:lnTo>
                  <a:lnTo>
                    <a:pt x="2417"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6160750" y="680950"/>
              <a:ext cx="101025" cy="101850"/>
            </a:xfrm>
            <a:custGeom>
              <a:avLst/>
              <a:gdLst/>
              <a:ahLst/>
              <a:cxnLst/>
              <a:rect l="l" t="t" r="r" b="b"/>
              <a:pathLst>
                <a:path w="4041" h="4074" extrusionOk="0">
                  <a:moveTo>
                    <a:pt x="2021" y="1"/>
                  </a:moveTo>
                  <a:lnTo>
                    <a:pt x="1822" y="34"/>
                  </a:lnTo>
                  <a:lnTo>
                    <a:pt x="1623" y="67"/>
                  </a:lnTo>
                  <a:lnTo>
                    <a:pt x="1425" y="100"/>
                  </a:lnTo>
                  <a:lnTo>
                    <a:pt x="1226" y="166"/>
                  </a:lnTo>
                  <a:lnTo>
                    <a:pt x="895" y="365"/>
                  </a:lnTo>
                  <a:lnTo>
                    <a:pt x="597" y="597"/>
                  </a:lnTo>
                  <a:lnTo>
                    <a:pt x="332" y="895"/>
                  </a:lnTo>
                  <a:lnTo>
                    <a:pt x="166" y="1259"/>
                  </a:lnTo>
                  <a:lnTo>
                    <a:pt x="100" y="1424"/>
                  </a:lnTo>
                  <a:lnTo>
                    <a:pt x="34" y="1623"/>
                  </a:lnTo>
                  <a:lnTo>
                    <a:pt x="1" y="1822"/>
                  </a:lnTo>
                  <a:lnTo>
                    <a:pt x="1" y="2020"/>
                  </a:lnTo>
                  <a:lnTo>
                    <a:pt x="1" y="2252"/>
                  </a:lnTo>
                  <a:lnTo>
                    <a:pt x="34" y="2451"/>
                  </a:lnTo>
                  <a:lnTo>
                    <a:pt x="100" y="2649"/>
                  </a:lnTo>
                  <a:lnTo>
                    <a:pt x="166" y="2815"/>
                  </a:lnTo>
                  <a:lnTo>
                    <a:pt x="332" y="3179"/>
                  </a:lnTo>
                  <a:lnTo>
                    <a:pt x="597" y="3477"/>
                  </a:lnTo>
                  <a:lnTo>
                    <a:pt x="895" y="3709"/>
                  </a:lnTo>
                  <a:lnTo>
                    <a:pt x="1226" y="3908"/>
                  </a:lnTo>
                  <a:lnTo>
                    <a:pt x="1425" y="3974"/>
                  </a:lnTo>
                  <a:lnTo>
                    <a:pt x="1623" y="4007"/>
                  </a:lnTo>
                  <a:lnTo>
                    <a:pt x="1822" y="4040"/>
                  </a:lnTo>
                  <a:lnTo>
                    <a:pt x="2021" y="4073"/>
                  </a:lnTo>
                  <a:lnTo>
                    <a:pt x="2219" y="4040"/>
                  </a:lnTo>
                  <a:lnTo>
                    <a:pt x="2451" y="4007"/>
                  </a:lnTo>
                  <a:lnTo>
                    <a:pt x="2617" y="3974"/>
                  </a:lnTo>
                  <a:lnTo>
                    <a:pt x="2815" y="3908"/>
                  </a:lnTo>
                  <a:lnTo>
                    <a:pt x="3146" y="3709"/>
                  </a:lnTo>
                  <a:lnTo>
                    <a:pt x="3444"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44" y="597"/>
                  </a:lnTo>
                  <a:lnTo>
                    <a:pt x="3146" y="365"/>
                  </a:lnTo>
                  <a:lnTo>
                    <a:pt x="2815" y="166"/>
                  </a:lnTo>
                  <a:lnTo>
                    <a:pt x="2617" y="100"/>
                  </a:lnTo>
                  <a:lnTo>
                    <a:pt x="2451" y="67"/>
                  </a:lnTo>
                  <a:lnTo>
                    <a:pt x="2219" y="34"/>
                  </a:lnTo>
                  <a:lnTo>
                    <a:pt x="20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6"/>
            <p:cNvSpPr/>
            <p:nvPr/>
          </p:nvSpPr>
          <p:spPr>
            <a:xfrm>
              <a:off x="6405775" y="436775"/>
              <a:ext cx="101000" cy="101000"/>
            </a:xfrm>
            <a:custGeom>
              <a:avLst/>
              <a:gdLst/>
              <a:ahLst/>
              <a:cxnLst/>
              <a:rect l="l" t="t" r="r" b="b"/>
              <a:pathLst>
                <a:path w="4040" h="4040" extrusionOk="0">
                  <a:moveTo>
                    <a:pt x="1788" y="0"/>
                  </a:moveTo>
                  <a:lnTo>
                    <a:pt x="1590" y="33"/>
                  </a:lnTo>
                  <a:lnTo>
                    <a:pt x="1424" y="66"/>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9"/>
                  </a:lnTo>
                  <a:lnTo>
                    <a:pt x="1225" y="3874"/>
                  </a:lnTo>
                  <a:lnTo>
                    <a:pt x="1424" y="3940"/>
                  </a:lnTo>
                  <a:lnTo>
                    <a:pt x="1590" y="4007"/>
                  </a:lnTo>
                  <a:lnTo>
                    <a:pt x="1788" y="4040"/>
                  </a:lnTo>
                  <a:lnTo>
                    <a:pt x="2219" y="4040"/>
                  </a:lnTo>
                  <a:lnTo>
                    <a:pt x="2417" y="4007"/>
                  </a:lnTo>
                  <a:lnTo>
                    <a:pt x="2616" y="3940"/>
                  </a:lnTo>
                  <a:lnTo>
                    <a:pt x="2815" y="3874"/>
                  </a:lnTo>
                  <a:lnTo>
                    <a:pt x="3146" y="3709"/>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6"/>
            <p:cNvSpPr/>
            <p:nvPr/>
          </p:nvSpPr>
          <p:spPr>
            <a:xfrm>
              <a:off x="4940675" y="927625"/>
              <a:ext cx="101850" cy="101000"/>
            </a:xfrm>
            <a:custGeom>
              <a:avLst/>
              <a:gdLst/>
              <a:ahLst/>
              <a:cxnLst/>
              <a:rect l="l" t="t" r="r" b="b"/>
              <a:pathLst>
                <a:path w="4074" h="4040" extrusionOk="0">
                  <a:moveTo>
                    <a:pt x="1822" y="0"/>
                  </a:moveTo>
                  <a:lnTo>
                    <a:pt x="1623" y="33"/>
                  </a:lnTo>
                  <a:lnTo>
                    <a:pt x="1424" y="66"/>
                  </a:lnTo>
                  <a:lnTo>
                    <a:pt x="1259" y="133"/>
                  </a:lnTo>
                  <a:lnTo>
                    <a:pt x="895" y="331"/>
                  </a:lnTo>
                  <a:lnTo>
                    <a:pt x="597" y="596"/>
                  </a:lnTo>
                  <a:lnTo>
                    <a:pt x="365" y="894"/>
                  </a:lnTo>
                  <a:lnTo>
                    <a:pt x="166" y="1225"/>
                  </a:lnTo>
                  <a:lnTo>
                    <a:pt x="100" y="1424"/>
                  </a:lnTo>
                  <a:lnTo>
                    <a:pt x="67" y="1589"/>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589"/>
                  </a:lnTo>
                  <a:lnTo>
                    <a:pt x="3974" y="1424"/>
                  </a:lnTo>
                  <a:lnTo>
                    <a:pt x="3907" y="1225"/>
                  </a:lnTo>
                  <a:lnTo>
                    <a:pt x="3709" y="894"/>
                  </a:lnTo>
                  <a:lnTo>
                    <a:pt x="3477" y="596"/>
                  </a:lnTo>
                  <a:lnTo>
                    <a:pt x="3179" y="331"/>
                  </a:lnTo>
                  <a:lnTo>
                    <a:pt x="2815" y="133"/>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6"/>
            <p:cNvSpPr/>
            <p:nvPr/>
          </p:nvSpPr>
          <p:spPr>
            <a:xfrm>
              <a:off x="6160750" y="436775"/>
              <a:ext cx="101025" cy="101000"/>
            </a:xfrm>
            <a:custGeom>
              <a:avLst/>
              <a:gdLst/>
              <a:ahLst/>
              <a:cxnLst/>
              <a:rect l="l" t="t" r="r" b="b"/>
              <a:pathLst>
                <a:path w="4041" h="4040" extrusionOk="0">
                  <a:moveTo>
                    <a:pt x="1822" y="0"/>
                  </a:moveTo>
                  <a:lnTo>
                    <a:pt x="1623" y="33"/>
                  </a:lnTo>
                  <a:lnTo>
                    <a:pt x="1425" y="66"/>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9"/>
                  </a:lnTo>
                  <a:lnTo>
                    <a:pt x="1226" y="3874"/>
                  </a:lnTo>
                  <a:lnTo>
                    <a:pt x="1425" y="3940"/>
                  </a:lnTo>
                  <a:lnTo>
                    <a:pt x="1623" y="4007"/>
                  </a:lnTo>
                  <a:lnTo>
                    <a:pt x="1822" y="4040"/>
                  </a:lnTo>
                  <a:lnTo>
                    <a:pt x="2219" y="4040"/>
                  </a:lnTo>
                  <a:lnTo>
                    <a:pt x="2451" y="4007"/>
                  </a:lnTo>
                  <a:lnTo>
                    <a:pt x="2617" y="3940"/>
                  </a:lnTo>
                  <a:lnTo>
                    <a:pt x="2815" y="3874"/>
                  </a:lnTo>
                  <a:lnTo>
                    <a:pt x="3146" y="3709"/>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66"/>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6"/>
            <p:cNvSpPr/>
            <p:nvPr/>
          </p:nvSpPr>
          <p:spPr>
            <a:xfrm>
              <a:off x="4696500" y="927625"/>
              <a:ext cx="101000" cy="101000"/>
            </a:xfrm>
            <a:custGeom>
              <a:avLst/>
              <a:gdLst/>
              <a:ahLst/>
              <a:cxnLst/>
              <a:rect l="l" t="t" r="r" b="b"/>
              <a:pathLst>
                <a:path w="4040" h="4040" extrusionOk="0">
                  <a:moveTo>
                    <a:pt x="1821" y="0"/>
                  </a:moveTo>
                  <a:lnTo>
                    <a:pt x="1623" y="33"/>
                  </a:lnTo>
                  <a:lnTo>
                    <a:pt x="1424" y="66"/>
                  </a:lnTo>
                  <a:lnTo>
                    <a:pt x="1225" y="133"/>
                  </a:lnTo>
                  <a:lnTo>
                    <a:pt x="894" y="331"/>
                  </a:lnTo>
                  <a:lnTo>
                    <a:pt x="596" y="596"/>
                  </a:lnTo>
                  <a:lnTo>
                    <a:pt x="331" y="894"/>
                  </a:lnTo>
                  <a:lnTo>
                    <a:pt x="166" y="1225"/>
                  </a:lnTo>
                  <a:lnTo>
                    <a:pt x="100" y="1424"/>
                  </a:lnTo>
                  <a:lnTo>
                    <a:pt x="33" y="1589"/>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7" y="2417"/>
                  </a:lnTo>
                  <a:lnTo>
                    <a:pt x="4040" y="2219"/>
                  </a:lnTo>
                  <a:lnTo>
                    <a:pt x="4040" y="2020"/>
                  </a:lnTo>
                  <a:lnTo>
                    <a:pt x="4040" y="1821"/>
                  </a:lnTo>
                  <a:lnTo>
                    <a:pt x="4007" y="1589"/>
                  </a:lnTo>
                  <a:lnTo>
                    <a:pt x="3940" y="1424"/>
                  </a:lnTo>
                  <a:lnTo>
                    <a:pt x="3874" y="1225"/>
                  </a:lnTo>
                  <a:lnTo>
                    <a:pt x="3709" y="894"/>
                  </a:lnTo>
                  <a:lnTo>
                    <a:pt x="3444" y="596"/>
                  </a:lnTo>
                  <a:lnTo>
                    <a:pt x="3146" y="331"/>
                  </a:lnTo>
                  <a:lnTo>
                    <a:pt x="2815" y="133"/>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a:off x="6649950" y="927625"/>
              <a:ext cx="101000" cy="101000"/>
            </a:xfrm>
            <a:custGeom>
              <a:avLst/>
              <a:gdLst/>
              <a:ahLst/>
              <a:cxnLst/>
              <a:rect l="l" t="t" r="r" b="b"/>
              <a:pathLst>
                <a:path w="4040" h="4040" extrusionOk="0">
                  <a:moveTo>
                    <a:pt x="1822" y="0"/>
                  </a:moveTo>
                  <a:lnTo>
                    <a:pt x="1623" y="33"/>
                  </a:lnTo>
                  <a:lnTo>
                    <a:pt x="1424" y="100"/>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8"/>
                  </a:lnTo>
                  <a:lnTo>
                    <a:pt x="1226"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6"/>
            <p:cNvSpPr/>
            <p:nvPr/>
          </p:nvSpPr>
          <p:spPr>
            <a:xfrm>
              <a:off x="6405775" y="927625"/>
              <a:ext cx="101000" cy="101000"/>
            </a:xfrm>
            <a:custGeom>
              <a:avLst/>
              <a:gdLst/>
              <a:ahLst/>
              <a:cxnLst/>
              <a:rect l="l" t="t" r="r" b="b"/>
              <a:pathLst>
                <a:path w="4040" h="4040" extrusionOk="0">
                  <a:moveTo>
                    <a:pt x="1788" y="0"/>
                  </a:moveTo>
                  <a:lnTo>
                    <a:pt x="1590" y="33"/>
                  </a:lnTo>
                  <a:lnTo>
                    <a:pt x="1424" y="100"/>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8"/>
                  </a:lnTo>
                  <a:lnTo>
                    <a:pt x="1225" y="3874"/>
                  </a:lnTo>
                  <a:lnTo>
                    <a:pt x="1424" y="3940"/>
                  </a:lnTo>
                  <a:lnTo>
                    <a:pt x="1590" y="4006"/>
                  </a:lnTo>
                  <a:lnTo>
                    <a:pt x="1788" y="4040"/>
                  </a:lnTo>
                  <a:lnTo>
                    <a:pt x="2219" y="4040"/>
                  </a:lnTo>
                  <a:lnTo>
                    <a:pt x="2417" y="4006"/>
                  </a:lnTo>
                  <a:lnTo>
                    <a:pt x="2616" y="3940"/>
                  </a:lnTo>
                  <a:lnTo>
                    <a:pt x="2815" y="3874"/>
                  </a:lnTo>
                  <a:lnTo>
                    <a:pt x="3146" y="3708"/>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p:nvPr/>
          </p:nvSpPr>
          <p:spPr>
            <a:xfrm>
              <a:off x="6160750" y="92762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8"/>
                  </a:lnTo>
                  <a:lnTo>
                    <a:pt x="1226" y="3874"/>
                  </a:lnTo>
                  <a:lnTo>
                    <a:pt x="1425" y="3940"/>
                  </a:lnTo>
                  <a:lnTo>
                    <a:pt x="1623" y="4006"/>
                  </a:lnTo>
                  <a:lnTo>
                    <a:pt x="1822" y="4040"/>
                  </a:lnTo>
                  <a:lnTo>
                    <a:pt x="2219" y="4040"/>
                  </a:lnTo>
                  <a:lnTo>
                    <a:pt x="2451"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100"/>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5915750" y="927625"/>
              <a:ext cx="101825" cy="101000"/>
            </a:xfrm>
            <a:custGeom>
              <a:avLst/>
              <a:gdLst/>
              <a:ahLst/>
              <a:cxnLst/>
              <a:rect l="l" t="t" r="r" b="b"/>
              <a:pathLst>
                <a:path w="4073" h="4040" extrusionOk="0">
                  <a:moveTo>
                    <a:pt x="1822" y="0"/>
                  </a:moveTo>
                  <a:lnTo>
                    <a:pt x="1623" y="33"/>
                  </a:lnTo>
                  <a:lnTo>
                    <a:pt x="1424" y="100"/>
                  </a:lnTo>
                  <a:lnTo>
                    <a:pt x="1259" y="166"/>
                  </a:lnTo>
                  <a:lnTo>
                    <a:pt x="894"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4"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623"/>
                  </a:lnTo>
                  <a:lnTo>
                    <a:pt x="3974" y="1424"/>
                  </a:lnTo>
                  <a:lnTo>
                    <a:pt x="3907"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6"/>
            <p:cNvSpPr/>
            <p:nvPr/>
          </p:nvSpPr>
          <p:spPr>
            <a:xfrm>
              <a:off x="5671575" y="927625"/>
              <a:ext cx="101000" cy="101000"/>
            </a:xfrm>
            <a:custGeom>
              <a:avLst/>
              <a:gdLst/>
              <a:ahLst/>
              <a:cxnLst/>
              <a:rect l="l" t="t" r="r" b="b"/>
              <a:pathLst>
                <a:path w="4040" h="4040" extrusionOk="0">
                  <a:moveTo>
                    <a:pt x="1821" y="0"/>
                  </a:moveTo>
                  <a:lnTo>
                    <a:pt x="1623" y="33"/>
                  </a:lnTo>
                  <a:lnTo>
                    <a:pt x="1424" y="100"/>
                  </a:lnTo>
                  <a:lnTo>
                    <a:pt x="1225" y="166"/>
                  </a:lnTo>
                  <a:lnTo>
                    <a:pt x="894" y="331"/>
                  </a:lnTo>
                  <a:lnTo>
                    <a:pt x="596" y="596"/>
                  </a:lnTo>
                  <a:lnTo>
                    <a:pt x="331" y="894"/>
                  </a:lnTo>
                  <a:lnTo>
                    <a:pt x="166" y="1225"/>
                  </a:lnTo>
                  <a:lnTo>
                    <a:pt x="100" y="1424"/>
                  </a:lnTo>
                  <a:lnTo>
                    <a:pt x="33" y="1623"/>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6" y="2417"/>
                  </a:lnTo>
                  <a:lnTo>
                    <a:pt x="4040" y="2219"/>
                  </a:lnTo>
                  <a:lnTo>
                    <a:pt x="4040" y="2020"/>
                  </a:lnTo>
                  <a:lnTo>
                    <a:pt x="4040" y="1821"/>
                  </a:lnTo>
                  <a:lnTo>
                    <a:pt x="4006" y="1623"/>
                  </a:lnTo>
                  <a:lnTo>
                    <a:pt x="3940" y="1424"/>
                  </a:lnTo>
                  <a:lnTo>
                    <a:pt x="3874" y="1225"/>
                  </a:lnTo>
                  <a:lnTo>
                    <a:pt x="3709"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6"/>
            <p:cNvSpPr/>
            <p:nvPr/>
          </p:nvSpPr>
          <p:spPr>
            <a:xfrm>
              <a:off x="5426550" y="927625"/>
              <a:ext cx="101850" cy="101000"/>
            </a:xfrm>
            <a:custGeom>
              <a:avLst/>
              <a:gdLst/>
              <a:ahLst/>
              <a:cxnLst/>
              <a:rect l="l" t="t" r="r" b="b"/>
              <a:pathLst>
                <a:path w="4074" h="4040" extrusionOk="0">
                  <a:moveTo>
                    <a:pt x="1822" y="0"/>
                  </a:moveTo>
                  <a:lnTo>
                    <a:pt x="1623" y="33"/>
                  </a:lnTo>
                  <a:lnTo>
                    <a:pt x="1425" y="100"/>
                  </a:lnTo>
                  <a:lnTo>
                    <a:pt x="1259" y="166"/>
                  </a:lnTo>
                  <a:lnTo>
                    <a:pt x="895"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5" y="3940"/>
                  </a:lnTo>
                  <a:lnTo>
                    <a:pt x="1623" y="4006"/>
                  </a:lnTo>
                  <a:lnTo>
                    <a:pt x="1822" y="4040"/>
                  </a:lnTo>
                  <a:lnTo>
                    <a:pt x="2252" y="4040"/>
                  </a:lnTo>
                  <a:lnTo>
                    <a:pt x="2451" y="4006"/>
                  </a:lnTo>
                  <a:lnTo>
                    <a:pt x="2650" y="3940"/>
                  </a:lnTo>
                  <a:lnTo>
                    <a:pt x="2815" y="3874"/>
                  </a:lnTo>
                  <a:lnTo>
                    <a:pt x="3179" y="3708"/>
                  </a:lnTo>
                  <a:lnTo>
                    <a:pt x="3477" y="3444"/>
                  </a:lnTo>
                  <a:lnTo>
                    <a:pt x="3709" y="3146"/>
                  </a:lnTo>
                  <a:lnTo>
                    <a:pt x="3908" y="2815"/>
                  </a:lnTo>
                  <a:lnTo>
                    <a:pt x="3974" y="2616"/>
                  </a:lnTo>
                  <a:lnTo>
                    <a:pt x="4007" y="2417"/>
                  </a:lnTo>
                  <a:lnTo>
                    <a:pt x="4040" y="2219"/>
                  </a:lnTo>
                  <a:lnTo>
                    <a:pt x="4073" y="2020"/>
                  </a:lnTo>
                  <a:lnTo>
                    <a:pt x="4040" y="1821"/>
                  </a:lnTo>
                  <a:lnTo>
                    <a:pt x="4007" y="1623"/>
                  </a:lnTo>
                  <a:lnTo>
                    <a:pt x="3974" y="1424"/>
                  </a:lnTo>
                  <a:lnTo>
                    <a:pt x="3908" y="1225"/>
                  </a:lnTo>
                  <a:lnTo>
                    <a:pt x="3709" y="894"/>
                  </a:lnTo>
                  <a:lnTo>
                    <a:pt x="3477" y="596"/>
                  </a:lnTo>
                  <a:lnTo>
                    <a:pt x="3179" y="331"/>
                  </a:lnTo>
                  <a:lnTo>
                    <a:pt x="2815" y="166"/>
                  </a:lnTo>
                  <a:lnTo>
                    <a:pt x="2650"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 name="Google Shape;134;p6"/>
          <p:cNvGrpSpPr/>
          <p:nvPr/>
        </p:nvGrpSpPr>
        <p:grpSpPr>
          <a:xfrm rot="-5400000" flipH="1">
            <a:off x="-246987" y="542463"/>
            <a:ext cx="1321075" cy="347650"/>
            <a:chOff x="877325" y="238125"/>
            <a:chExt cx="1321075" cy="347650"/>
          </a:xfrm>
        </p:grpSpPr>
        <p:sp>
          <p:nvSpPr>
            <p:cNvPr id="135" name="Google Shape;135;p6"/>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6"/>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6"/>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6"/>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8"/>
        <p:cNvGrpSpPr/>
        <p:nvPr/>
      </p:nvGrpSpPr>
      <p:grpSpPr>
        <a:xfrm>
          <a:off x="0" y="0"/>
          <a:ext cx="0" cy="0"/>
          <a:chOff x="0" y="0"/>
          <a:chExt cx="0" cy="0"/>
        </a:xfrm>
      </p:grpSpPr>
      <p:sp>
        <p:nvSpPr>
          <p:cNvPr id="199" name="Google Shape;199;p9"/>
          <p:cNvSpPr txBox="1">
            <a:spLocks noGrp="1"/>
          </p:cNvSpPr>
          <p:nvPr>
            <p:ph type="title"/>
          </p:nvPr>
        </p:nvSpPr>
        <p:spPr>
          <a:xfrm>
            <a:off x="1480050" y="1702500"/>
            <a:ext cx="6183900" cy="822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0" name="Google Shape;200;p9"/>
          <p:cNvSpPr txBox="1">
            <a:spLocks noGrp="1"/>
          </p:cNvSpPr>
          <p:nvPr>
            <p:ph type="subTitle" idx="1"/>
          </p:nvPr>
        </p:nvSpPr>
        <p:spPr>
          <a:xfrm>
            <a:off x="1480050" y="2526600"/>
            <a:ext cx="6183900" cy="91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1" name="Google Shape;201;p9"/>
          <p:cNvSpPr/>
          <p:nvPr/>
        </p:nvSpPr>
        <p:spPr>
          <a:xfrm flipH="1">
            <a:off x="6587200" y="3957863"/>
            <a:ext cx="2556900" cy="1130725"/>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2" name="Google Shape;202;p9"/>
          <p:cNvGrpSpPr/>
          <p:nvPr/>
        </p:nvGrpSpPr>
        <p:grpSpPr>
          <a:xfrm>
            <a:off x="231350" y="4568626"/>
            <a:ext cx="1321075" cy="347650"/>
            <a:chOff x="877325" y="238125"/>
            <a:chExt cx="1321075" cy="347650"/>
          </a:xfrm>
        </p:grpSpPr>
        <p:sp>
          <p:nvSpPr>
            <p:cNvPr id="203" name="Google Shape;203;p9"/>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9"/>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9"/>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9"/>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9"/>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9"/>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9"/>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9"/>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9"/>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9"/>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9"/>
          <p:cNvGrpSpPr/>
          <p:nvPr/>
        </p:nvGrpSpPr>
        <p:grpSpPr>
          <a:xfrm>
            <a:off x="6849563" y="223412"/>
            <a:ext cx="2054450" cy="591850"/>
            <a:chOff x="4696500" y="436775"/>
            <a:chExt cx="2054450" cy="591850"/>
          </a:xfrm>
        </p:grpSpPr>
        <p:sp>
          <p:nvSpPr>
            <p:cNvPr id="216" name="Google Shape;216;p9"/>
            <p:cNvSpPr/>
            <p:nvPr/>
          </p:nvSpPr>
          <p:spPr>
            <a:xfrm>
              <a:off x="6649950" y="680950"/>
              <a:ext cx="101000" cy="101850"/>
            </a:xfrm>
            <a:custGeom>
              <a:avLst/>
              <a:gdLst/>
              <a:ahLst/>
              <a:cxnLst/>
              <a:rect l="l" t="t" r="r" b="b"/>
              <a:pathLst>
                <a:path w="4040" h="4074" extrusionOk="0">
                  <a:moveTo>
                    <a:pt x="2020" y="1"/>
                  </a:moveTo>
                  <a:lnTo>
                    <a:pt x="1822" y="34"/>
                  </a:lnTo>
                  <a:lnTo>
                    <a:pt x="1623" y="67"/>
                  </a:lnTo>
                  <a:lnTo>
                    <a:pt x="1424" y="100"/>
                  </a:lnTo>
                  <a:lnTo>
                    <a:pt x="1226" y="166"/>
                  </a:lnTo>
                  <a:lnTo>
                    <a:pt x="895" y="365"/>
                  </a:lnTo>
                  <a:lnTo>
                    <a:pt x="597" y="597"/>
                  </a:lnTo>
                  <a:lnTo>
                    <a:pt x="365" y="895"/>
                  </a:lnTo>
                  <a:lnTo>
                    <a:pt x="166" y="1259"/>
                  </a:lnTo>
                  <a:lnTo>
                    <a:pt x="100" y="1424"/>
                  </a:lnTo>
                  <a:lnTo>
                    <a:pt x="34" y="1623"/>
                  </a:lnTo>
                  <a:lnTo>
                    <a:pt x="1" y="1822"/>
                  </a:lnTo>
                  <a:lnTo>
                    <a:pt x="1" y="2020"/>
                  </a:lnTo>
                  <a:lnTo>
                    <a:pt x="1" y="2252"/>
                  </a:lnTo>
                  <a:lnTo>
                    <a:pt x="34" y="2451"/>
                  </a:lnTo>
                  <a:lnTo>
                    <a:pt x="100" y="2649"/>
                  </a:lnTo>
                  <a:lnTo>
                    <a:pt x="166" y="2815"/>
                  </a:lnTo>
                  <a:lnTo>
                    <a:pt x="365" y="3179"/>
                  </a:lnTo>
                  <a:lnTo>
                    <a:pt x="597" y="3477"/>
                  </a:lnTo>
                  <a:lnTo>
                    <a:pt x="895" y="3709"/>
                  </a:lnTo>
                  <a:lnTo>
                    <a:pt x="1226" y="3908"/>
                  </a:lnTo>
                  <a:lnTo>
                    <a:pt x="1424" y="3974"/>
                  </a:lnTo>
                  <a:lnTo>
                    <a:pt x="1623" y="4007"/>
                  </a:lnTo>
                  <a:lnTo>
                    <a:pt x="1822" y="4040"/>
                  </a:lnTo>
                  <a:lnTo>
                    <a:pt x="2020" y="4073"/>
                  </a:lnTo>
                  <a:lnTo>
                    <a:pt x="2252" y="4040"/>
                  </a:lnTo>
                  <a:lnTo>
                    <a:pt x="2451" y="4007"/>
                  </a:lnTo>
                  <a:lnTo>
                    <a:pt x="2649" y="3974"/>
                  </a:lnTo>
                  <a:lnTo>
                    <a:pt x="2815" y="3908"/>
                  </a:lnTo>
                  <a:lnTo>
                    <a:pt x="3179" y="3709"/>
                  </a:lnTo>
                  <a:lnTo>
                    <a:pt x="3477"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77" y="597"/>
                  </a:lnTo>
                  <a:lnTo>
                    <a:pt x="3179" y="365"/>
                  </a:lnTo>
                  <a:lnTo>
                    <a:pt x="2815" y="166"/>
                  </a:lnTo>
                  <a:lnTo>
                    <a:pt x="2649" y="100"/>
                  </a:lnTo>
                  <a:lnTo>
                    <a:pt x="2451"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p:nvPr/>
          </p:nvSpPr>
          <p:spPr>
            <a:xfrm>
              <a:off x="6649950" y="436775"/>
              <a:ext cx="101000" cy="101000"/>
            </a:xfrm>
            <a:custGeom>
              <a:avLst/>
              <a:gdLst/>
              <a:ahLst/>
              <a:cxnLst/>
              <a:rect l="l" t="t" r="r" b="b"/>
              <a:pathLst>
                <a:path w="4040" h="4040" extrusionOk="0">
                  <a:moveTo>
                    <a:pt x="1822" y="0"/>
                  </a:moveTo>
                  <a:lnTo>
                    <a:pt x="1623" y="33"/>
                  </a:lnTo>
                  <a:lnTo>
                    <a:pt x="1424" y="66"/>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9"/>
                  </a:lnTo>
                  <a:lnTo>
                    <a:pt x="1226" y="3874"/>
                  </a:lnTo>
                  <a:lnTo>
                    <a:pt x="1424" y="3940"/>
                  </a:lnTo>
                  <a:lnTo>
                    <a:pt x="1623" y="4007"/>
                  </a:lnTo>
                  <a:lnTo>
                    <a:pt x="1822" y="4040"/>
                  </a:lnTo>
                  <a:lnTo>
                    <a:pt x="2252" y="4040"/>
                  </a:lnTo>
                  <a:lnTo>
                    <a:pt x="2451" y="4007"/>
                  </a:lnTo>
                  <a:lnTo>
                    <a:pt x="2649" y="3940"/>
                  </a:lnTo>
                  <a:lnTo>
                    <a:pt x="2815" y="3874"/>
                  </a:lnTo>
                  <a:lnTo>
                    <a:pt x="3179" y="3709"/>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9"/>
            <p:cNvSpPr/>
            <p:nvPr/>
          </p:nvSpPr>
          <p:spPr>
            <a:xfrm>
              <a:off x="5185675" y="927625"/>
              <a:ext cx="101025" cy="101000"/>
            </a:xfrm>
            <a:custGeom>
              <a:avLst/>
              <a:gdLst/>
              <a:ahLst/>
              <a:cxnLst/>
              <a:rect l="l" t="t" r="r" b="b"/>
              <a:pathLst>
                <a:path w="4041" h="4040" extrusionOk="0">
                  <a:moveTo>
                    <a:pt x="1822" y="0"/>
                  </a:moveTo>
                  <a:lnTo>
                    <a:pt x="1623" y="33"/>
                  </a:lnTo>
                  <a:lnTo>
                    <a:pt x="1425" y="66"/>
                  </a:lnTo>
                  <a:lnTo>
                    <a:pt x="1226" y="133"/>
                  </a:lnTo>
                  <a:lnTo>
                    <a:pt x="895" y="331"/>
                  </a:lnTo>
                  <a:lnTo>
                    <a:pt x="597" y="596"/>
                  </a:lnTo>
                  <a:lnTo>
                    <a:pt x="332" y="894"/>
                  </a:lnTo>
                  <a:lnTo>
                    <a:pt x="167" y="1225"/>
                  </a:lnTo>
                  <a:lnTo>
                    <a:pt x="100" y="1424"/>
                  </a:lnTo>
                  <a:lnTo>
                    <a:pt x="34" y="1589"/>
                  </a:lnTo>
                  <a:lnTo>
                    <a:pt x="1" y="1821"/>
                  </a:lnTo>
                  <a:lnTo>
                    <a:pt x="1" y="2020"/>
                  </a:lnTo>
                  <a:lnTo>
                    <a:pt x="1" y="2219"/>
                  </a:lnTo>
                  <a:lnTo>
                    <a:pt x="34" y="2417"/>
                  </a:lnTo>
                  <a:lnTo>
                    <a:pt x="100" y="2616"/>
                  </a:lnTo>
                  <a:lnTo>
                    <a:pt x="167" y="2815"/>
                  </a:lnTo>
                  <a:lnTo>
                    <a:pt x="332" y="3146"/>
                  </a:lnTo>
                  <a:lnTo>
                    <a:pt x="597" y="3444"/>
                  </a:lnTo>
                  <a:lnTo>
                    <a:pt x="895" y="3708"/>
                  </a:lnTo>
                  <a:lnTo>
                    <a:pt x="1226" y="3874"/>
                  </a:lnTo>
                  <a:lnTo>
                    <a:pt x="1425" y="3940"/>
                  </a:lnTo>
                  <a:lnTo>
                    <a:pt x="1623" y="4006"/>
                  </a:lnTo>
                  <a:lnTo>
                    <a:pt x="1822" y="4040"/>
                  </a:lnTo>
                  <a:lnTo>
                    <a:pt x="2219" y="4040"/>
                  </a:lnTo>
                  <a:lnTo>
                    <a:pt x="2418"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589"/>
                  </a:lnTo>
                  <a:lnTo>
                    <a:pt x="3974" y="1424"/>
                  </a:lnTo>
                  <a:lnTo>
                    <a:pt x="3908" y="1225"/>
                  </a:lnTo>
                  <a:lnTo>
                    <a:pt x="3709" y="894"/>
                  </a:lnTo>
                  <a:lnTo>
                    <a:pt x="3444" y="596"/>
                  </a:lnTo>
                  <a:lnTo>
                    <a:pt x="3146" y="331"/>
                  </a:lnTo>
                  <a:lnTo>
                    <a:pt x="2815" y="133"/>
                  </a:lnTo>
                  <a:lnTo>
                    <a:pt x="2617" y="66"/>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9"/>
            <p:cNvSpPr/>
            <p:nvPr/>
          </p:nvSpPr>
          <p:spPr>
            <a:xfrm>
              <a:off x="6405775" y="680950"/>
              <a:ext cx="101000" cy="101850"/>
            </a:xfrm>
            <a:custGeom>
              <a:avLst/>
              <a:gdLst/>
              <a:ahLst/>
              <a:cxnLst/>
              <a:rect l="l" t="t" r="r" b="b"/>
              <a:pathLst>
                <a:path w="4040" h="4074" extrusionOk="0">
                  <a:moveTo>
                    <a:pt x="2020" y="1"/>
                  </a:moveTo>
                  <a:lnTo>
                    <a:pt x="1788" y="34"/>
                  </a:lnTo>
                  <a:lnTo>
                    <a:pt x="1590" y="67"/>
                  </a:lnTo>
                  <a:lnTo>
                    <a:pt x="1424" y="100"/>
                  </a:lnTo>
                  <a:lnTo>
                    <a:pt x="1225" y="166"/>
                  </a:lnTo>
                  <a:lnTo>
                    <a:pt x="894" y="365"/>
                  </a:lnTo>
                  <a:lnTo>
                    <a:pt x="563" y="597"/>
                  </a:lnTo>
                  <a:lnTo>
                    <a:pt x="331" y="895"/>
                  </a:lnTo>
                  <a:lnTo>
                    <a:pt x="133" y="1259"/>
                  </a:lnTo>
                  <a:lnTo>
                    <a:pt x="67" y="1424"/>
                  </a:lnTo>
                  <a:lnTo>
                    <a:pt x="33" y="1623"/>
                  </a:lnTo>
                  <a:lnTo>
                    <a:pt x="0" y="1822"/>
                  </a:lnTo>
                  <a:lnTo>
                    <a:pt x="0" y="2020"/>
                  </a:lnTo>
                  <a:lnTo>
                    <a:pt x="0" y="2252"/>
                  </a:lnTo>
                  <a:lnTo>
                    <a:pt x="33" y="2451"/>
                  </a:lnTo>
                  <a:lnTo>
                    <a:pt x="67" y="2649"/>
                  </a:lnTo>
                  <a:lnTo>
                    <a:pt x="133" y="2815"/>
                  </a:lnTo>
                  <a:lnTo>
                    <a:pt x="331" y="3179"/>
                  </a:lnTo>
                  <a:lnTo>
                    <a:pt x="563" y="3477"/>
                  </a:lnTo>
                  <a:lnTo>
                    <a:pt x="894" y="3709"/>
                  </a:lnTo>
                  <a:lnTo>
                    <a:pt x="1225" y="3908"/>
                  </a:lnTo>
                  <a:lnTo>
                    <a:pt x="1424" y="3974"/>
                  </a:lnTo>
                  <a:lnTo>
                    <a:pt x="1590" y="4007"/>
                  </a:lnTo>
                  <a:lnTo>
                    <a:pt x="1788" y="4040"/>
                  </a:lnTo>
                  <a:lnTo>
                    <a:pt x="2020" y="4073"/>
                  </a:lnTo>
                  <a:lnTo>
                    <a:pt x="2219" y="4040"/>
                  </a:lnTo>
                  <a:lnTo>
                    <a:pt x="2417" y="4007"/>
                  </a:lnTo>
                  <a:lnTo>
                    <a:pt x="2616" y="3974"/>
                  </a:lnTo>
                  <a:lnTo>
                    <a:pt x="2815" y="3908"/>
                  </a:lnTo>
                  <a:lnTo>
                    <a:pt x="3146" y="3709"/>
                  </a:lnTo>
                  <a:lnTo>
                    <a:pt x="3444" y="3477"/>
                  </a:lnTo>
                  <a:lnTo>
                    <a:pt x="3676" y="3179"/>
                  </a:lnTo>
                  <a:lnTo>
                    <a:pt x="3874" y="2815"/>
                  </a:lnTo>
                  <a:lnTo>
                    <a:pt x="3940" y="2649"/>
                  </a:lnTo>
                  <a:lnTo>
                    <a:pt x="4007" y="2451"/>
                  </a:lnTo>
                  <a:lnTo>
                    <a:pt x="4040" y="2252"/>
                  </a:lnTo>
                  <a:lnTo>
                    <a:pt x="4040" y="2020"/>
                  </a:lnTo>
                  <a:lnTo>
                    <a:pt x="4040" y="1822"/>
                  </a:lnTo>
                  <a:lnTo>
                    <a:pt x="4007" y="1623"/>
                  </a:lnTo>
                  <a:lnTo>
                    <a:pt x="3940" y="1424"/>
                  </a:lnTo>
                  <a:lnTo>
                    <a:pt x="3874" y="1259"/>
                  </a:lnTo>
                  <a:lnTo>
                    <a:pt x="3676" y="895"/>
                  </a:lnTo>
                  <a:lnTo>
                    <a:pt x="3444" y="597"/>
                  </a:lnTo>
                  <a:lnTo>
                    <a:pt x="3146" y="365"/>
                  </a:lnTo>
                  <a:lnTo>
                    <a:pt x="2815" y="166"/>
                  </a:lnTo>
                  <a:lnTo>
                    <a:pt x="2616" y="100"/>
                  </a:lnTo>
                  <a:lnTo>
                    <a:pt x="2417"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9"/>
            <p:cNvSpPr/>
            <p:nvPr/>
          </p:nvSpPr>
          <p:spPr>
            <a:xfrm>
              <a:off x="6160750" y="680950"/>
              <a:ext cx="101025" cy="101850"/>
            </a:xfrm>
            <a:custGeom>
              <a:avLst/>
              <a:gdLst/>
              <a:ahLst/>
              <a:cxnLst/>
              <a:rect l="l" t="t" r="r" b="b"/>
              <a:pathLst>
                <a:path w="4041" h="4074" extrusionOk="0">
                  <a:moveTo>
                    <a:pt x="2021" y="1"/>
                  </a:moveTo>
                  <a:lnTo>
                    <a:pt x="1822" y="34"/>
                  </a:lnTo>
                  <a:lnTo>
                    <a:pt x="1623" y="67"/>
                  </a:lnTo>
                  <a:lnTo>
                    <a:pt x="1425" y="100"/>
                  </a:lnTo>
                  <a:lnTo>
                    <a:pt x="1226" y="166"/>
                  </a:lnTo>
                  <a:lnTo>
                    <a:pt x="895" y="365"/>
                  </a:lnTo>
                  <a:lnTo>
                    <a:pt x="597" y="597"/>
                  </a:lnTo>
                  <a:lnTo>
                    <a:pt x="332" y="895"/>
                  </a:lnTo>
                  <a:lnTo>
                    <a:pt x="166" y="1259"/>
                  </a:lnTo>
                  <a:lnTo>
                    <a:pt x="100" y="1424"/>
                  </a:lnTo>
                  <a:lnTo>
                    <a:pt x="34" y="1623"/>
                  </a:lnTo>
                  <a:lnTo>
                    <a:pt x="1" y="1822"/>
                  </a:lnTo>
                  <a:lnTo>
                    <a:pt x="1" y="2020"/>
                  </a:lnTo>
                  <a:lnTo>
                    <a:pt x="1" y="2252"/>
                  </a:lnTo>
                  <a:lnTo>
                    <a:pt x="34" y="2451"/>
                  </a:lnTo>
                  <a:lnTo>
                    <a:pt x="100" y="2649"/>
                  </a:lnTo>
                  <a:lnTo>
                    <a:pt x="166" y="2815"/>
                  </a:lnTo>
                  <a:lnTo>
                    <a:pt x="332" y="3179"/>
                  </a:lnTo>
                  <a:lnTo>
                    <a:pt x="597" y="3477"/>
                  </a:lnTo>
                  <a:lnTo>
                    <a:pt x="895" y="3709"/>
                  </a:lnTo>
                  <a:lnTo>
                    <a:pt x="1226" y="3908"/>
                  </a:lnTo>
                  <a:lnTo>
                    <a:pt x="1425" y="3974"/>
                  </a:lnTo>
                  <a:lnTo>
                    <a:pt x="1623" y="4007"/>
                  </a:lnTo>
                  <a:lnTo>
                    <a:pt x="1822" y="4040"/>
                  </a:lnTo>
                  <a:lnTo>
                    <a:pt x="2021" y="4073"/>
                  </a:lnTo>
                  <a:lnTo>
                    <a:pt x="2219" y="4040"/>
                  </a:lnTo>
                  <a:lnTo>
                    <a:pt x="2451" y="4007"/>
                  </a:lnTo>
                  <a:lnTo>
                    <a:pt x="2617" y="3974"/>
                  </a:lnTo>
                  <a:lnTo>
                    <a:pt x="2815" y="3908"/>
                  </a:lnTo>
                  <a:lnTo>
                    <a:pt x="3146" y="3709"/>
                  </a:lnTo>
                  <a:lnTo>
                    <a:pt x="3444"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44" y="597"/>
                  </a:lnTo>
                  <a:lnTo>
                    <a:pt x="3146" y="365"/>
                  </a:lnTo>
                  <a:lnTo>
                    <a:pt x="2815" y="166"/>
                  </a:lnTo>
                  <a:lnTo>
                    <a:pt x="2617" y="100"/>
                  </a:lnTo>
                  <a:lnTo>
                    <a:pt x="2451" y="67"/>
                  </a:lnTo>
                  <a:lnTo>
                    <a:pt x="2219" y="34"/>
                  </a:lnTo>
                  <a:lnTo>
                    <a:pt x="20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9"/>
            <p:cNvSpPr/>
            <p:nvPr/>
          </p:nvSpPr>
          <p:spPr>
            <a:xfrm>
              <a:off x="6405775" y="436775"/>
              <a:ext cx="101000" cy="101000"/>
            </a:xfrm>
            <a:custGeom>
              <a:avLst/>
              <a:gdLst/>
              <a:ahLst/>
              <a:cxnLst/>
              <a:rect l="l" t="t" r="r" b="b"/>
              <a:pathLst>
                <a:path w="4040" h="4040" extrusionOk="0">
                  <a:moveTo>
                    <a:pt x="1788" y="0"/>
                  </a:moveTo>
                  <a:lnTo>
                    <a:pt x="1590" y="33"/>
                  </a:lnTo>
                  <a:lnTo>
                    <a:pt x="1424" y="66"/>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9"/>
                  </a:lnTo>
                  <a:lnTo>
                    <a:pt x="1225" y="3874"/>
                  </a:lnTo>
                  <a:lnTo>
                    <a:pt x="1424" y="3940"/>
                  </a:lnTo>
                  <a:lnTo>
                    <a:pt x="1590" y="4007"/>
                  </a:lnTo>
                  <a:lnTo>
                    <a:pt x="1788" y="4040"/>
                  </a:lnTo>
                  <a:lnTo>
                    <a:pt x="2219" y="4040"/>
                  </a:lnTo>
                  <a:lnTo>
                    <a:pt x="2417" y="4007"/>
                  </a:lnTo>
                  <a:lnTo>
                    <a:pt x="2616" y="3940"/>
                  </a:lnTo>
                  <a:lnTo>
                    <a:pt x="2815" y="3874"/>
                  </a:lnTo>
                  <a:lnTo>
                    <a:pt x="3146" y="3709"/>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9"/>
            <p:cNvSpPr/>
            <p:nvPr/>
          </p:nvSpPr>
          <p:spPr>
            <a:xfrm>
              <a:off x="4940675" y="927625"/>
              <a:ext cx="101850" cy="101000"/>
            </a:xfrm>
            <a:custGeom>
              <a:avLst/>
              <a:gdLst/>
              <a:ahLst/>
              <a:cxnLst/>
              <a:rect l="l" t="t" r="r" b="b"/>
              <a:pathLst>
                <a:path w="4074" h="4040" extrusionOk="0">
                  <a:moveTo>
                    <a:pt x="1822" y="0"/>
                  </a:moveTo>
                  <a:lnTo>
                    <a:pt x="1623" y="33"/>
                  </a:lnTo>
                  <a:lnTo>
                    <a:pt x="1424" y="66"/>
                  </a:lnTo>
                  <a:lnTo>
                    <a:pt x="1259" y="133"/>
                  </a:lnTo>
                  <a:lnTo>
                    <a:pt x="895" y="331"/>
                  </a:lnTo>
                  <a:lnTo>
                    <a:pt x="597" y="596"/>
                  </a:lnTo>
                  <a:lnTo>
                    <a:pt x="365" y="894"/>
                  </a:lnTo>
                  <a:lnTo>
                    <a:pt x="166" y="1225"/>
                  </a:lnTo>
                  <a:lnTo>
                    <a:pt x="100" y="1424"/>
                  </a:lnTo>
                  <a:lnTo>
                    <a:pt x="67" y="1589"/>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589"/>
                  </a:lnTo>
                  <a:lnTo>
                    <a:pt x="3974" y="1424"/>
                  </a:lnTo>
                  <a:lnTo>
                    <a:pt x="3907" y="1225"/>
                  </a:lnTo>
                  <a:lnTo>
                    <a:pt x="3709" y="894"/>
                  </a:lnTo>
                  <a:lnTo>
                    <a:pt x="3477" y="596"/>
                  </a:lnTo>
                  <a:lnTo>
                    <a:pt x="3179" y="331"/>
                  </a:lnTo>
                  <a:lnTo>
                    <a:pt x="2815" y="133"/>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9"/>
            <p:cNvSpPr/>
            <p:nvPr/>
          </p:nvSpPr>
          <p:spPr>
            <a:xfrm>
              <a:off x="6160750" y="436775"/>
              <a:ext cx="101025" cy="101000"/>
            </a:xfrm>
            <a:custGeom>
              <a:avLst/>
              <a:gdLst/>
              <a:ahLst/>
              <a:cxnLst/>
              <a:rect l="l" t="t" r="r" b="b"/>
              <a:pathLst>
                <a:path w="4041" h="4040" extrusionOk="0">
                  <a:moveTo>
                    <a:pt x="1822" y="0"/>
                  </a:moveTo>
                  <a:lnTo>
                    <a:pt x="1623" y="33"/>
                  </a:lnTo>
                  <a:lnTo>
                    <a:pt x="1425" y="66"/>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9"/>
                  </a:lnTo>
                  <a:lnTo>
                    <a:pt x="1226" y="3874"/>
                  </a:lnTo>
                  <a:lnTo>
                    <a:pt x="1425" y="3940"/>
                  </a:lnTo>
                  <a:lnTo>
                    <a:pt x="1623" y="4007"/>
                  </a:lnTo>
                  <a:lnTo>
                    <a:pt x="1822" y="4040"/>
                  </a:lnTo>
                  <a:lnTo>
                    <a:pt x="2219" y="4040"/>
                  </a:lnTo>
                  <a:lnTo>
                    <a:pt x="2451" y="4007"/>
                  </a:lnTo>
                  <a:lnTo>
                    <a:pt x="2617" y="3940"/>
                  </a:lnTo>
                  <a:lnTo>
                    <a:pt x="2815" y="3874"/>
                  </a:lnTo>
                  <a:lnTo>
                    <a:pt x="3146" y="3709"/>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66"/>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9"/>
            <p:cNvSpPr/>
            <p:nvPr/>
          </p:nvSpPr>
          <p:spPr>
            <a:xfrm>
              <a:off x="4696500" y="927625"/>
              <a:ext cx="101000" cy="101000"/>
            </a:xfrm>
            <a:custGeom>
              <a:avLst/>
              <a:gdLst/>
              <a:ahLst/>
              <a:cxnLst/>
              <a:rect l="l" t="t" r="r" b="b"/>
              <a:pathLst>
                <a:path w="4040" h="4040" extrusionOk="0">
                  <a:moveTo>
                    <a:pt x="1821" y="0"/>
                  </a:moveTo>
                  <a:lnTo>
                    <a:pt x="1623" y="33"/>
                  </a:lnTo>
                  <a:lnTo>
                    <a:pt x="1424" y="66"/>
                  </a:lnTo>
                  <a:lnTo>
                    <a:pt x="1225" y="133"/>
                  </a:lnTo>
                  <a:lnTo>
                    <a:pt x="894" y="331"/>
                  </a:lnTo>
                  <a:lnTo>
                    <a:pt x="596" y="596"/>
                  </a:lnTo>
                  <a:lnTo>
                    <a:pt x="331" y="894"/>
                  </a:lnTo>
                  <a:lnTo>
                    <a:pt x="166" y="1225"/>
                  </a:lnTo>
                  <a:lnTo>
                    <a:pt x="100" y="1424"/>
                  </a:lnTo>
                  <a:lnTo>
                    <a:pt x="33" y="1589"/>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7" y="2417"/>
                  </a:lnTo>
                  <a:lnTo>
                    <a:pt x="4040" y="2219"/>
                  </a:lnTo>
                  <a:lnTo>
                    <a:pt x="4040" y="2020"/>
                  </a:lnTo>
                  <a:lnTo>
                    <a:pt x="4040" y="1821"/>
                  </a:lnTo>
                  <a:lnTo>
                    <a:pt x="4007" y="1589"/>
                  </a:lnTo>
                  <a:lnTo>
                    <a:pt x="3940" y="1424"/>
                  </a:lnTo>
                  <a:lnTo>
                    <a:pt x="3874" y="1225"/>
                  </a:lnTo>
                  <a:lnTo>
                    <a:pt x="3709" y="894"/>
                  </a:lnTo>
                  <a:lnTo>
                    <a:pt x="3444" y="596"/>
                  </a:lnTo>
                  <a:lnTo>
                    <a:pt x="3146" y="331"/>
                  </a:lnTo>
                  <a:lnTo>
                    <a:pt x="2815" y="133"/>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9"/>
            <p:cNvSpPr/>
            <p:nvPr/>
          </p:nvSpPr>
          <p:spPr>
            <a:xfrm>
              <a:off x="6649950" y="927625"/>
              <a:ext cx="101000" cy="101000"/>
            </a:xfrm>
            <a:custGeom>
              <a:avLst/>
              <a:gdLst/>
              <a:ahLst/>
              <a:cxnLst/>
              <a:rect l="l" t="t" r="r" b="b"/>
              <a:pathLst>
                <a:path w="4040" h="4040" extrusionOk="0">
                  <a:moveTo>
                    <a:pt x="1822" y="0"/>
                  </a:moveTo>
                  <a:lnTo>
                    <a:pt x="1623" y="33"/>
                  </a:lnTo>
                  <a:lnTo>
                    <a:pt x="1424" y="100"/>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8"/>
                  </a:lnTo>
                  <a:lnTo>
                    <a:pt x="1226"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9"/>
            <p:cNvSpPr/>
            <p:nvPr/>
          </p:nvSpPr>
          <p:spPr>
            <a:xfrm>
              <a:off x="6405775" y="927625"/>
              <a:ext cx="101000" cy="101000"/>
            </a:xfrm>
            <a:custGeom>
              <a:avLst/>
              <a:gdLst/>
              <a:ahLst/>
              <a:cxnLst/>
              <a:rect l="l" t="t" r="r" b="b"/>
              <a:pathLst>
                <a:path w="4040" h="4040" extrusionOk="0">
                  <a:moveTo>
                    <a:pt x="1788" y="0"/>
                  </a:moveTo>
                  <a:lnTo>
                    <a:pt x="1590" y="33"/>
                  </a:lnTo>
                  <a:lnTo>
                    <a:pt x="1424" y="100"/>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8"/>
                  </a:lnTo>
                  <a:lnTo>
                    <a:pt x="1225" y="3874"/>
                  </a:lnTo>
                  <a:lnTo>
                    <a:pt x="1424" y="3940"/>
                  </a:lnTo>
                  <a:lnTo>
                    <a:pt x="1590" y="4006"/>
                  </a:lnTo>
                  <a:lnTo>
                    <a:pt x="1788" y="4040"/>
                  </a:lnTo>
                  <a:lnTo>
                    <a:pt x="2219" y="4040"/>
                  </a:lnTo>
                  <a:lnTo>
                    <a:pt x="2417" y="4006"/>
                  </a:lnTo>
                  <a:lnTo>
                    <a:pt x="2616" y="3940"/>
                  </a:lnTo>
                  <a:lnTo>
                    <a:pt x="2815" y="3874"/>
                  </a:lnTo>
                  <a:lnTo>
                    <a:pt x="3146" y="3708"/>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9"/>
            <p:cNvSpPr/>
            <p:nvPr/>
          </p:nvSpPr>
          <p:spPr>
            <a:xfrm>
              <a:off x="6160750" y="92762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8"/>
                  </a:lnTo>
                  <a:lnTo>
                    <a:pt x="1226" y="3874"/>
                  </a:lnTo>
                  <a:lnTo>
                    <a:pt x="1425" y="3940"/>
                  </a:lnTo>
                  <a:lnTo>
                    <a:pt x="1623" y="4006"/>
                  </a:lnTo>
                  <a:lnTo>
                    <a:pt x="1822" y="4040"/>
                  </a:lnTo>
                  <a:lnTo>
                    <a:pt x="2219" y="4040"/>
                  </a:lnTo>
                  <a:lnTo>
                    <a:pt x="2451"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100"/>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9"/>
            <p:cNvSpPr/>
            <p:nvPr/>
          </p:nvSpPr>
          <p:spPr>
            <a:xfrm>
              <a:off x="5915750" y="927625"/>
              <a:ext cx="101825" cy="101000"/>
            </a:xfrm>
            <a:custGeom>
              <a:avLst/>
              <a:gdLst/>
              <a:ahLst/>
              <a:cxnLst/>
              <a:rect l="l" t="t" r="r" b="b"/>
              <a:pathLst>
                <a:path w="4073" h="4040" extrusionOk="0">
                  <a:moveTo>
                    <a:pt x="1822" y="0"/>
                  </a:moveTo>
                  <a:lnTo>
                    <a:pt x="1623" y="33"/>
                  </a:lnTo>
                  <a:lnTo>
                    <a:pt x="1424" y="100"/>
                  </a:lnTo>
                  <a:lnTo>
                    <a:pt x="1259" y="166"/>
                  </a:lnTo>
                  <a:lnTo>
                    <a:pt x="894"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4"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623"/>
                  </a:lnTo>
                  <a:lnTo>
                    <a:pt x="3974" y="1424"/>
                  </a:lnTo>
                  <a:lnTo>
                    <a:pt x="3907"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9"/>
            <p:cNvSpPr/>
            <p:nvPr/>
          </p:nvSpPr>
          <p:spPr>
            <a:xfrm>
              <a:off x="5671575" y="927625"/>
              <a:ext cx="101000" cy="101000"/>
            </a:xfrm>
            <a:custGeom>
              <a:avLst/>
              <a:gdLst/>
              <a:ahLst/>
              <a:cxnLst/>
              <a:rect l="l" t="t" r="r" b="b"/>
              <a:pathLst>
                <a:path w="4040" h="4040" extrusionOk="0">
                  <a:moveTo>
                    <a:pt x="1821" y="0"/>
                  </a:moveTo>
                  <a:lnTo>
                    <a:pt x="1623" y="33"/>
                  </a:lnTo>
                  <a:lnTo>
                    <a:pt x="1424" y="100"/>
                  </a:lnTo>
                  <a:lnTo>
                    <a:pt x="1225" y="166"/>
                  </a:lnTo>
                  <a:lnTo>
                    <a:pt x="894" y="331"/>
                  </a:lnTo>
                  <a:lnTo>
                    <a:pt x="596" y="596"/>
                  </a:lnTo>
                  <a:lnTo>
                    <a:pt x="331" y="894"/>
                  </a:lnTo>
                  <a:lnTo>
                    <a:pt x="166" y="1225"/>
                  </a:lnTo>
                  <a:lnTo>
                    <a:pt x="100" y="1424"/>
                  </a:lnTo>
                  <a:lnTo>
                    <a:pt x="33" y="1623"/>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6" y="2417"/>
                  </a:lnTo>
                  <a:lnTo>
                    <a:pt x="4040" y="2219"/>
                  </a:lnTo>
                  <a:lnTo>
                    <a:pt x="4040" y="2020"/>
                  </a:lnTo>
                  <a:lnTo>
                    <a:pt x="4040" y="1821"/>
                  </a:lnTo>
                  <a:lnTo>
                    <a:pt x="4006" y="1623"/>
                  </a:lnTo>
                  <a:lnTo>
                    <a:pt x="3940" y="1424"/>
                  </a:lnTo>
                  <a:lnTo>
                    <a:pt x="3874" y="1225"/>
                  </a:lnTo>
                  <a:lnTo>
                    <a:pt x="3709"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9"/>
            <p:cNvSpPr/>
            <p:nvPr/>
          </p:nvSpPr>
          <p:spPr>
            <a:xfrm>
              <a:off x="5426550" y="927625"/>
              <a:ext cx="101850" cy="101000"/>
            </a:xfrm>
            <a:custGeom>
              <a:avLst/>
              <a:gdLst/>
              <a:ahLst/>
              <a:cxnLst/>
              <a:rect l="l" t="t" r="r" b="b"/>
              <a:pathLst>
                <a:path w="4074" h="4040" extrusionOk="0">
                  <a:moveTo>
                    <a:pt x="1822" y="0"/>
                  </a:moveTo>
                  <a:lnTo>
                    <a:pt x="1623" y="33"/>
                  </a:lnTo>
                  <a:lnTo>
                    <a:pt x="1425" y="100"/>
                  </a:lnTo>
                  <a:lnTo>
                    <a:pt x="1259" y="166"/>
                  </a:lnTo>
                  <a:lnTo>
                    <a:pt x="895"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5" y="3940"/>
                  </a:lnTo>
                  <a:lnTo>
                    <a:pt x="1623" y="4006"/>
                  </a:lnTo>
                  <a:lnTo>
                    <a:pt x="1822" y="4040"/>
                  </a:lnTo>
                  <a:lnTo>
                    <a:pt x="2252" y="4040"/>
                  </a:lnTo>
                  <a:lnTo>
                    <a:pt x="2451" y="4006"/>
                  </a:lnTo>
                  <a:lnTo>
                    <a:pt x="2650" y="3940"/>
                  </a:lnTo>
                  <a:lnTo>
                    <a:pt x="2815" y="3874"/>
                  </a:lnTo>
                  <a:lnTo>
                    <a:pt x="3179" y="3708"/>
                  </a:lnTo>
                  <a:lnTo>
                    <a:pt x="3477" y="3444"/>
                  </a:lnTo>
                  <a:lnTo>
                    <a:pt x="3709" y="3146"/>
                  </a:lnTo>
                  <a:lnTo>
                    <a:pt x="3908" y="2815"/>
                  </a:lnTo>
                  <a:lnTo>
                    <a:pt x="3974" y="2616"/>
                  </a:lnTo>
                  <a:lnTo>
                    <a:pt x="4007" y="2417"/>
                  </a:lnTo>
                  <a:lnTo>
                    <a:pt x="4040" y="2219"/>
                  </a:lnTo>
                  <a:lnTo>
                    <a:pt x="4073" y="2020"/>
                  </a:lnTo>
                  <a:lnTo>
                    <a:pt x="4040" y="1821"/>
                  </a:lnTo>
                  <a:lnTo>
                    <a:pt x="4007" y="1623"/>
                  </a:lnTo>
                  <a:lnTo>
                    <a:pt x="3974" y="1424"/>
                  </a:lnTo>
                  <a:lnTo>
                    <a:pt x="3908" y="1225"/>
                  </a:lnTo>
                  <a:lnTo>
                    <a:pt x="3709" y="894"/>
                  </a:lnTo>
                  <a:lnTo>
                    <a:pt x="3477" y="596"/>
                  </a:lnTo>
                  <a:lnTo>
                    <a:pt x="3179" y="331"/>
                  </a:lnTo>
                  <a:lnTo>
                    <a:pt x="2815" y="166"/>
                  </a:lnTo>
                  <a:lnTo>
                    <a:pt x="2650"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 name="Google Shape;231;p9"/>
          <p:cNvSpPr/>
          <p:nvPr/>
        </p:nvSpPr>
        <p:spPr>
          <a:xfrm>
            <a:off x="0" y="122975"/>
            <a:ext cx="1791876" cy="792412"/>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6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70"/>
        <p:cNvGrpSpPr/>
        <p:nvPr/>
      </p:nvGrpSpPr>
      <p:grpSpPr>
        <a:xfrm>
          <a:off x="0" y="0"/>
          <a:ext cx="0" cy="0"/>
          <a:chOff x="0" y="0"/>
          <a:chExt cx="0" cy="0"/>
        </a:xfrm>
      </p:grpSpPr>
      <p:sp>
        <p:nvSpPr>
          <p:cNvPr id="271" name="Google Shape;271;p13"/>
          <p:cNvSpPr txBox="1">
            <a:spLocks noGrp="1"/>
          </p:cNvSpPr>
          <p:nvPr>
            <p:ph type="title"/>
          </p:nvPr>
        </p:nvSpPr>
        <p:spPr>
          <a:xfrm>
            <a:off x="1723545" y="1327009"/>
            <a:ext cx="27987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i="1">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2" name="Google Shape;272;p13"/>
          <p:cNvSpPr txBox="1">
            <a:spLocks noGrp="1"/>
          </p:cNvSpPr>
          <p:nvPr>
            <p:ph type="subTitle" idx="1"/>
          </p:nvPr>
        </p:nvSpPr>
        <p:spPr>
          <a:xfrm>
            <a:off x="1723545" y="1541809"/>
            <a:ext cx="27987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13"/>
          <p:cNvSpPr txBox="1">
            <a:spLocks noGrp="1"/>
          </p:cNvSpPr>
          <p:nvPr>
            <p:ph type="title" idx="2"/>
          </p:nvPr>
        </p:nvSpPr>
        <p:spPr>
          <a:xfrm flipH="1">
            <a:off x="5461445" y="1327000"/>
            <a:ext cx="2799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i="1">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4" name="Google Shape;274;p13"/>
          <p:cNvSpPr txBox="1">
            <a:spLocks noGrp="1"/>
          </p:cNvSpPr>
          <p:nvPr>
            <p:ph type="subTitle" idx="3"/>
          </p:nvPr>
        </p:nvSpPr>
        <p:spPr>
          <a:xfrm flipH="1">
            <a:off x="5461386" y="1541799"/>
            <a:ext cx="27987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13"/>
          <p:cNvSpPr txBox="1">
            <a:spLocks noGrp="1"/>
          </p:cNvSpPr>
          <p:nvPr>
            <p:ph type="title" idx="4" hasCustomPrompt="1"/>
          </p:nvPr>
        </p:nvSpPr>
        <p:spPr>
          <a:xfrm>
            <a:off x="895705" y="145948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6" name="Google Shape;276;p13"/>
          <p:cNvSpPr txBox="1">
            <a:spLocks noGrp="1"/>
          </p:cNvSpPr>
          <p:nvPr>
            <p:ph type="title" idx="5" hasCustomPrompt="1"/>
          </p:nvPr>
        </p:nvSpPr>
        <p:spPr>
          <a:xfrm flipH="1">
            <a:off x="4618280" y="145948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7" name="Google Shape;277;p13"/>
          <p:cNvSpPr txBox="1">
            <a:spLocks noGrp="1"/>
          </p:cNvSpPr>
          <p:nvPr>
            <p:ph type="title" idx="6"/>
          </p:nvPr>
        </p:nvSpPr>
        <p:spPr>
          <a:xfrm>
            <a:off x="720000" y="365760"/>
            <a:ext cx="7704000" cy="548700"/>
          </a:xfrm>
          <a:prstGeom prst="rect">
            <a:avLst/>
          </a:prstGeom>
          <a:noFill/>
        </p:spPr>
        <p:txBody>
          <a:bodyPr spcFirstLastPara="1" wrap="square" lIns="91425" tIns="91425" rIns="91425" bIns="91425" anchor="t" anchorCtr="0">
            <a:noAutofit/>
          </a:bodyPr>
          <a:lstStyle>
            <a:lvl1pPr lvl="0" algn="l"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78" name="Google Shape;278;p13"/>
          <p:cNvSpPr txBox="1">
            <a:spLocks noGrp="1"/>
          </p:cNvSpPr>
          <p:nvPr>
            <p:ph type="title" idx="7"/>
          </p:nvPr>
        </p:nvSpPr>
        <p:spPr>
          <a:xfrm>
            <a:off x="1723545" y="2402890"/>
            <a:ext cx="27987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i="1">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9" name="Google Shape;279;p13"/>
          <p:cNvSpPr txBox="1">
            <a:spLocks noGrp="1"/>
          </p:cNvSpPr>
          <p:nvPr>
            <p:ph type="subTitle" idx="8"/>
          </p:nvPr>
        </p:nvSpPr>
        <p:spPr>
          <a:xfrm>
            <a:off x="1723545" y="2618924"/>
            <a:ext cx="2799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0" name="Google Shape;280;p13"/>
          <p:cNvSpPr txBox="1">
            <a:spLocks noGrp="1"/>
          </p:cNvSpPr>
          <p:nvPr>
            <p:ph type="title" idx="9"/>
          </p:nvPr>
        </p:nvSpPr>
        <p:spPr>
          <a:xfrm flipH="1">
            <a:off x="5461445" y="2402890"/>
            <a:ext cx="2799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i="1">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1" name="Google Shape;281;p13"/>
          <p:cNvSpPr txBox="1">
            <a:spLocks noGrp="1"/>
          </p:cNvSpPr>
          <p:nvPr>
            <p:ph type="subTitle" idx="13"/>
          </p:nvPr>
        </p:nvSpPr>
        <p:spPr>
          <a:xfrm flipH="1">
            <a:off x="5461386" y="2618925"/>
            <a:ext cx="27987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 name="Google Shape;282;p13"/>
          <p:cNvSpPr txBox="1">
            <a:spLocks noGrp="1"/>
          </p:cNvSpPr>
          <p:nvPr>
            <p:ph type="title" idx="14" hasCustomPrompt="1"/>
          </p:nvPr>
        </p:nvSpPr>
        <p:spPr>
          <a:xfrm>
            <a:off x="895705" y="253598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3" name="Google Shape;283;p13"/>
          <p:cNvSpPr txBox="1">
            <a:spLocks noGrp="1"/>
          </p:cNvSpPr>
          <p:nvPr>
            <p:ph type="title" idx="15" hasCustomPrompt="1"/>
          </p:nvPr>
        </p:nvSpPr>
        <p:spPr>
          <a:xfrm flipH="1">
            <a:off x="4618280" y="253598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13"/>
          <p:cNvSpPr txBox="1">
            <a:spLocks noGrp="1"/>
          </p:cNvSpPr>
          <p:nvPr>
            <p:ph type="title" idx="16"/>
          </p:nvPr>
        </p:nvSpPr>
        <p:spPr>
          <a:xfrm>
            <a:off x="1723545" y="3469690"/>
            <a:ext cx="27987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i="1">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5" name="Google Shape;285;p13"/>
          <p:cNvSpPr txBox="1">
            <a:spLocks noGrp="1"/>
          </p:cNvSpPr>
          <p:nvPr>
            <p:ph type="subTitle" idx="17"/>
          </p:nvPr>
        </p:nvSpPr>
        <p:spPr>
          <a:xfrm>
            <a:off x="1723545" y="3685724"/>
            <a:ext cx="27990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6" name="Google Shape;286;p13"/>
          <p:cNvSpPr txBox="1">
            <a:spLocks noGrp="1"/>
          </p:cNvSpPr>
          <p:nvPr>
            <p:ph type="title" idx="18"/>
          </p:nvPr>
        </p:nvSpPr>
        <p:spPr>
          <a:xfrm flipH="1">
            <a:off x="5461445" y="3469690"/>
            <a:ext cx="2799000" cy="36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i="1">
                <a:solidFill>
                  <a:schemeClr val="l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7" name="Google Shape;287;p13"/>
          <p:cNvSpPr txBox="1">
            <a:spLocks noGrp="1"/>
          </p:cNvSpPr>
          <p:nvPr>
            <p:ph type="subTitle" idx="19"/>
          </p:nvPr>
        </p:nvSpPr>
        <p:spPr>
          <a:xfrm flipH="1">
            <a:off x="5461386" y="3685725"/>
            <a:ext cx="27987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8" name="Google Shape;288;p13"/>
          <p:cNvSpPr txBox="1">
            <a:spLocks noGrp="1"/>
          </p:cNvSpPr>
          <p:nvPr>
            <p:ph type="title" idx="20" hasCustomPrompt="1"/>
          </p:nvPr>
        </p:nvSpPr>
        <p:spPr>
          <a:xfrm>
            <a:off x="895705" y="360278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9" name="Google Shape;289;p13"/>
          <p:cNvSpPr txBox="1">
            <a:spLocks noGrp="1"/>
          </p:cNvSpPr>
          <p:nvPr>
            <p:ph type="title" idx="21" hasCustomPrompt="1"/>
          </p:nvPr>
        </p:nvSpPr>
        <p:spPr>
          <a:xfrm flipH="1">
            <a:off x="4618280" y="3602780"/>
            <a:ext cx="7347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290" name="Google Shape;290;p13"/>
          <p:cNvGrpSpPr/>
          <p:nvPr/>
        </p:nvGrpSpPr>
        <p:grpSpPr>
          <a:xfrm rot="-5400000" flipH="1">
            <a:off x="-246987" y="694863"/>
            <a:ext cx="1321075" cy="347650"/>
            <a:chOff x="877325" y="238125"/>
            <a:chExt cx="1321075" cy="347650"/>
          </a:xfrm>
        </p:grpSpPr>
        <p:sp>
          <p:nvSpPr>
            <p:cNvPr id="291" name="Google Shape;291;p13"/>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3"/>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3"/>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3"/>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3"/>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3"/>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303;p13"/>
          <p:cNvGrpSpPr/>
          <p:nvPr/>
        </p:nvGrpSpPr>
        <p:grpSpPr>
          <a:xfrm rot="-5400000" flipH="1">
            <a:off x="7603376" y="3591625"/>
            <a:ext cx="2054450" cy="591850"/>
            <a:chOff x="4696500" y="436775"/>
            <a:chExt cx="2054450" cy="591850"/>
          </a:xfrm>
        </p:grpSpPr>
        <p:sp>
          <p:nvSpPr>
            <p:cNvPr id="304" name="Google Shape;304;p13"/>
            <p:cNvSpPr/>
            <p:nvPr/>
          </p:nvSpPr>
          <p:spPr>
            <a:xfrm>
              <a:off x="4696500" y="927625"/>
              <a:ext cx="101000" cy="101000"/>
            </a:xfrm>
            <a:custGeom>
              <a:avLst/>
              <a:gdLst/>
              <a:ahLst/>
              <a:cxnLst/>
              <a:rect l="l" t="t" r="r" b="b"/>
              <a:pathLst>
                <a:path w="4040" h="4040" extrusionOk="0">
                  <a:moveTo>
                    <a:pt x="1821" y="0"/>
                  </a:moveTo>
                  <a:lnTo>
                    <a:pt x="1623" y="33"/>
                  </a:lnTo>
                  <a:lnTo>
                    <a:pt x="1424" y="66"/>
                  </a:lnTo>
                  <a:lnTo>
                    <a:pt x="1225" y="133"/>
                  </a:lnTo>
                  <a:lnTo>
                    <a:pt x="894" y="331"/>
                  </a:lnTo>
                  <a:lnTo>
                    <a:pt x="596" y="596"/>
                  </a:lnTo>
                  <a:lnTo>
                    <a:pt x="331" y="894"/>
                  </a:lnTo>
                  <a:lnTo>
                    <a:pt x="166" y="1225"/>
                  </a:lnTo>
                  <a:lnTo>
                    <a:pt x="100" y="1424"/>
                  </a:lnTo>
                  <a:lnTo>
                    <a:pt x="33" y="1589"/>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7" y="2417"/>
                  </a:lnTo>
                  <a:lnTo>
                    <a:pt x="4040" y="2219"/>
                  </a:lnTo>
                  <a:lnTo>
                    <a:pt x="4040" y="2020"/>
                  </a:lnTo>
                  <a:lnTo>
                    <a:pt x="4040" y="1821"/>
                  </a:lnTo>
                  <a:lnTo>
                    <a:pt x="4007" y="1589"/>
                  </a:lnTo>
                  <a:lnTo>
                    <a:pt x="3940" y="1424"/>
                  </a:lnTo>
                  <a:lnTo>
                    <a:pt x="3874" y="1225"/>
                  </a:lnTo>
                  <a:lnTo>
                    <a:pt x="3709" y="894"/>
                  </a:lnTo>
                  <a:lnTo>
                    <a:pt x="3444" y="596"/>
                  </a:lnTo>
                  <a:lnTo>
                    <a:pt x="3146" y="331"/>
                  </a:lnTo>
                  <a:lnTo>
                    <a:pt x="2815" y="133"/>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3"/>
            <p:cNvSpPr/>
            <p:nvPr/>
          </p:nvSpPr>
          <p:spPr>
            <a:xfrm>
              <a:off x="4940675" y="927625"/>
              <a:ext cx="101850" cy="101000"/>
            </a:xfrm>
            <a:custGeom>
              <a:avLst/>
              <a:gdLst/>
              <a:ahLst/>
              <a:cxnLst/>
              <a:rect l="l" t="t" r="r" b="b"/>
              <a:pathLst>
                <a:path w="4074" h="4040" extrusionOk="0">
                  <a:moveTo>
                    <a:pt x="1822" y="0"/>
                  </a:moveTo>
                  <a:lnTo>
                    <a:pt x="1623" y="33"/>
                  </a:lnTo>
                  <a:lnTo>
                    <a:pt x="1424" y="66"/>
                  </a:lnTo>
                  <a:lnTo>
                    <a:pt x="1259" y="133"/>
                  </a:lnTo>
                  <a:lnTo>
                    <a:pt x="895" y="331"/>
                  </a:lnTo>
                  <a:lnTo>
                    <a:pt x="597" y="596"/>
                  </a:lnTo>
                  <a:lnTo>
                    <a:pt x="365" y="894"/>
                  </a:lnTo>
                  <a:lnTo>
                    <a:pt x="166" y="1225"/>
                  </a:lnTo>
                  <a:lnTo>
                    <a:pt x="100" y="1424"/>
                  </a:lnTo>
                  <a:lnTo>
                    <a:pt x="67" y="1589"/>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589"/>
                  </a:lnTo>
                  <a:lnTo>
                    <a:pt x="3974" y="1424"/>
                  </a:lnTo>
                  <a:lnTo>
                    <a:pt x="3907" y="1225"/>
                  </a:lnTo>
                  <a:lnTo>
                    <a:pt x="3709" y="894"/>
                  </a:lnTo>
                  <a:lnTo>
                    <a:pt x="3477" y="596"/>
                  </a:lnTo>
                  <a:lnTo>
                    <a:pt x="3179" y="331"/>
                  </a:lnTo>
                  <a:lnTo>
                    <a:pt x="2815" y="133"/>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3"/>
            <p:cNvSpPr/>
            <p:nvPr/>
          </p:nvSpPr>
          <p:spPr>
            <a:xfrm>
              <a:off x="5185675" y="927625"/>
              <a:ext cx="101025" cy="101000"/>
            </a:xfrm>
            <a:custGeom>
              <a:avLst/>
              <a:gdLst/>
              <a:ahLst/>
              <a:cxnLst/>
              <a:rect l="l" t="t" r="r" b="b"/>
              <a:pathLst>
                <a:path w="4041" h="4040" extrusionOk="0">
                  <a:moveTo>
                    <a:pt x="1822" y="0"/>
                  </a:moveTo>
                  <a:lnTo>
                    <a:pt x="1623" y="33"/>
                  </a:lnTo>
                  <a:lnTo>
                    <a:pt x="1425" y="66"/>
                  </a:lnTo>
                  <a:lnTo>
                    <a:pt x="1226" y="133"/>
                  </a:lnTo>
                  <a:lnTo>
                    <a:pt x="895" y="331"/>
                  </a:lnTo>
                  <a:lnTo>
                    <a:pt x="597" y="596"/>
                  </a:lnTo>
                  <a:lnTo>
                    <a:pt x="332" y="894"/>
                  </a:lnTo>
                  <a:lnTo>
                    <a:pt x="167" y="1225"/>
                  </a:lnTo>
                  <a:lnTo>
                    <a:pt x="100" y="1424"/>
                  </a:lnTo>
                  <a:lnTo>
                    <a:pt x="34" y="1589"/>
                  </a:lnTo>
                  <a:lnTo>
                    <a:pt x="1" y="1821"/>
                  </a:lnTo>
                  <a:lnTo>
                    <a:pt x="1" y="2020"/>
                  </a:lnTo>
                  <a:lnTo>
                    <a:pt x="1" y="2219"/>
                  </a:lnTo>
                  <a:lnTo>
                    <a:pt x="34" y="2417"/>
                  </a:lnTo>
                  <a:lnTo>
                    <a:pt x="100" y="2616"/>
                  </a:lnTo>
                  <a:lnTo>
                    <a:pt x="167" y="2815"/>
                  </a:lnTo>
                  <a:lnTo>
                    <a:pt x="332" y="3146"/>
                  </a:lnTo>
                  <a:lnTo>
                    <a:pt x="597" y="3444"/>
                  </a:lnTo>
                  <a:lnTo>
                    <a:pt x="895" y="3708"/>
                  </a:lnTo>
                  <a:lnTo>
                    <a:pt x="1226" y="3874"/>
                  </a:lnTo>
                  <a:lnTo>
                    <a:pt x="1425" y="3940"/>
                  </a:lnTo>
                  <a:lnTo>
                    <a:pt x="1623" y="4006"/>
                  </a:lnTo>
                  <a:lnTo>
                    <a:pt x="1822" y="4040"/>
                  </a:lnTo>
                  <a:lnTo>
                    <a:pt x="2219" y="4040"/>
                  </a:lnTo>
                  <a:lnTo>
                    <a:pt x="2418"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589"/>
                  </a:lnTo>
                  <a:lnTo>
                    <a:pt x="3974" y="1424"/>
                  </a:lnTo>
                  <a:lnTo>
                    <a:pt x="3908" y="1225"/>
                  </a:lnTo>
                  <a:lnTo>
                    <a:pt x="3709" y="894"/>
                  </a:lnTo>
                  <a:lnTo>
                    <a:pt x="3444" y="596"/>
                  </a:lnTo>
                  <a:lnTo>
                    <a:pt x="3146" y="331"/>
                  </a:lnTo>
                  <a:lnTo>
                    <a:pt x="2815" y="133"/>
                  </a:lnTo>
                  <a:lnTo>
                    <a:pt x="2617" y="66"/>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3"/>
            <p:cNvSpPr/>
            <p:nvPr/>
          </p:nvSpPr>
          <p:spPr>
            <a:xfrm>
              <a:off x="5426550" y="927625"/>
              <a:ext cx="101850" cy="101000"/>
            </a:xfrm>
            <a:custGeom>
              <a:avLst/>
              <a:gdLst/>
              <a:ahLst/>
              <a:cxnLst/>
              <a:rect l="l" t="t" r="r" b="b"/>
              <a:pathLst>
                <a:path w="4074" h="4040" extrusionOk="0">
                  <a:moveTo>
                    <a:pt x="1822" y="0"/>
                  </a:moveTo>
                  <a:lnTo>
                    <a:pt x="1623" y="33"/>
                  </a:lnTo>
                  <a:lnTo>
                    <a:pt x="1425" y="100"/>
                  </a:lnTo>
                  <a:lnTo>
                    <a:pt x="1259" y="166"/>
                  </a:lnTo>
                  <a:lnTo>
                    <a:pt x="895"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5" y="3940"/>
                  </a:lnTo>
                  <a:lnTo>
                    <a:pt x="1623" y="4006"/>
                  </a:lnTo>
                  <a:lnTo>
                    <a:pt x="1822" y="4040"/>
                  </a:lnTo>
                  <a:lnTo>
                    <a:pt x="2252" y="4040"/>
                  </a:lnTo>
                  <a:lnTo>
                    <a:pt x="2451" y="4006"/>
                  </a:lnTo>
                  <a:lnTo>
                    <a:pt x="2650" y="3940"/>
                  </a:lnTo>
                  <a:lnTo>
                    <a:pt x="2815" y="3874"/>
                  </a:lnTo>
                  <a:lnTo>
                    <a:pt x="3179" y="3708"/>
                  </a:lnTo>
                  <a:lnTo>
                    <a:pt x="3477" y="3444"/>
                  </a:lnTo>
                  <a:lnTo>
                    <a:pt x="3709" y="3146"/>
                  </a:lnTo>
                  <a:lnTo>
                    <a:pt x="3908" y="2815"/>
                  </a:lnTo>
                  <a:lnTo>
                    <a:pt x="3974" y="2616"/>
                  </a:lnTo>
                  <a:lnTo>
                    <a:pt x="4007" y="2417"/>
                  </a:lnTo>
                  <a:lnTo>
                    <a:pt x="4040" y="2219"/>
                  </a:lnTo>
                  <a:lnTo>
                    <a:pt x="4073" y="2020"/>
                  </a:lnTo>
                  <a:lnTo>
                    <a:pt x="4040" y="1821"/>
                  </a:lnTo>
                  <a:lnTo>
                    <a:pt x="4007" y="1623"/>
                  </a:lnTo>
                  <a:lnTo>
                    <a:pt x="3974" y="1424"/>
                  </a:lnTo>
                  <a:lnTo>
                    <a:pt x="3908" y="1225"/>
                  </a:lnTo>
                  <a:lnTo>
                    <a:pt x="3709" y="894"/>
                  </a:lnTo>
                  <a:lnTo>
                    <a:pt x="3477" y="596"/>
                  </a:lnTo>
                  <a:lnTo>
                    <a:pt x="3179" y="331"/>
                  </a:lnTo>
                  <a:lnTo>
                    <a:pt x="2815" y="166"/>
                  </a:lnTo>
                  <a:lnTo>
                    <a:pt x="2650"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3"/>
            <p:cNvSpPr/>
            <p:nvPr/>
          </p:nvSpPr>
          <p:spPr>
            <a:xfrm>
              <a:off x="5671575" y="927625"/>
              <a:ext cx="101000" cy="101000"/>
            </a:xfrm>
            <a:custGeom>
              <a:avLst/>
              <a:gdLst/>
              <a:ahLst/>
              <a:cxnLst/>
              <a:rect l="l" t="t" r="r" b="b"/>
              <a:pathLst>
                <a:path w="4040" h="4040" extrusionOk="0">
                  <a:moveTo>
                    <a:pt x="1821" y="0"/>
                  </a:moveTo>
                  <a:lnTo>
                    <a:pt x="1623" y="33"/>
                  </a:lnTo>
                  <a:lnTo>
                    <a:pt x="1424" y="100"/>
                  </a:lnTo>
                  <a:lnTo>
                    <a:pt x="1225" y="166"/>
                  </a:lnTo>
                  <a:lnTo>
                    <a:pt x="894" y="331"/>
                  </a:lnTo>
                  <a:lnTo>
                    <a:pt x="596" y="596"/>
                  </a:lnTo>
                  <a:lnTo>
                    <a:pt x="331" y="894"/>
                  </a:lnTo>
                  <a:lnTo>
                    <a:pt x="166" y="1225"/>
                  </a:lnTo>
                  <a:lnTo>
                    <a:pt x="100" y="1424"/>
                  </a:lnTo>
                  <a:lnTo>
                    <a:pt x="33" y="1623"/>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6" y="2417"/>
                  </a:lnTo>
                  <a:lnTo>
                    <a:pt x="4040" y="2219"/>
                  </a:lnTo>
                  <a:lnTo>
                    <a:pt x="4040" y="2020"/>
                  </a:lnTo>
                  <a:lnTo>
                    <a:pt x="4040" y="1821"/>
                  </a:lnTo>
                  <a:lnTo>
                    <a:pt x="4006" y="1623"/>
                  </a:lnTo>
                  <a:lnTo>
                    <a:pt x="3940" y="1424"/>
                  </a:lnTo>
                  <a:lnTo>
                    <a:pt x="3874" y="1225"/>
                  </a:lnTo>
                  <a:lnTo>
                    <a:pt x="3709"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3"/>
            <p:cNvSpPr/>
            <p:nvPr/>
          </p:nvSpPr>
          <p:spPr>
            <a:xfrm>
              <a:off x="5915750" y="927625"/>
              <a:ext cx="101825" cy="101000"/>
            </a:xfrm>
            <a:custGeom>
              <a:avLst/>
              <a:gdLst/>
              <a:ahLst/>
              <a:cxnLst/>
              <a:rect l="l" t="t" r="r" b="b"/>
              <a:pathLst>
                <a:path w="4073" h="4040" extrusionOk="0">
                  <a:moveTo>
                    <a:pt x="1822" y="0"/>
                  </a:moveTo>
                  <a:lnTo>
                    <a:pt x="1623" y="33"/>
                  </a:lnTo>
                  <a:lnTo>
                    <a:pt x="1424" y="100"/>
                  </a:lnTo>
                  <a:lnTo>
                    <a:pt x="1259" y="166"/>
                  </a:lnTo>
                  <a:lnTo>
                    <a:pt x="894"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4"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623"/>
                  </a:lnTo>
                  <a:lnTo>
                    <a:pt x="3974" y="1424"/>
                  </a:lnTo>
                  <a:lnTo>
                    <a:pt x="3907"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3"/>
            <p:cNvSpPr/>
            <p:nvPr/>
          </p:nvSpPr>
          <p:spPr>
            <a:xfrm>
              <a:off x="6160750" y="436775"/>
              <a:ext cx="101025" cy="101000"/>
            </a:xfrm>
            <a:custGeom>
              <a:avLst/>
              <a:gdLst/>
              <a:ahLst/>
              <a:cxnLst/>
              <a:rect l="l" t="t" r="r" b="b"/>
              <a:pathLst>
                <a:path w="4041" h="4040" extrusionOk="0">
                  <a:moveTo>
                    <a:pt x="1822" y="0"/>
                  </a:moveTo>
                  <a:lnTo>
                    <a:pt x="1623" y="33"/>
                  </a:lnTo>
                  <a:lnTo>
                    <a:pt x="1425" y="66"/>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9"/>
                  </a:lnTo>
                  <a:lnTo>
                    <a:pt x="1226" y="3874"/>
                  </a:lnTo>
                  <a:lnTo>
                    <a:pt x="1425" y="3940"/>
                  </a:lnTo>
                  <a:lnTo>
                    <a:pt x="1623" y="4007"/>
                  </a:lnTo>
                  <a:lnTo>
                    <a:pt x="1822" y="4040"/>
                  </a:lnTo>
                  <a:lnTo>
                    <a:pt x="2219" y="4040"/>
                  </a:lnTo>
                  <a:lnTo>
                    <a:pt x="2451" y="4007"/>
                  </a:lnTo>
                  <a:lnTo>
                    <a:pt x="2617" y="3940"/>
                  </a:lnTo>
                  <a:lnTo>
                    <a:pt x="2815" y="3874"/>
                  </a:lnTo>
                  <a:lnTo>
                    <a:pt x="3146" y="3709"/>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66"/>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3"/>
            <p:cNvSpPr/>
            <p:nvPr/>
          </p:nvSpPr>
          <p:spPr>
            <a:xfrm>
              <a:off x="6160750" y="680950"/>
              <a:ext cx="101025" cy="101850"/>
            </a:xfrm>
            <a:custGeom>
              <a:avLst/>
              <a:gdLst/>
              <a:ahLst/>
              <a:cxnLst/>
              <a:rect l="l" t="t" r="r" b="b"/>
              <a:pathLst>
                <a:path w="4041" h="4074" extrusionOk="0">
                  <a:moveTo>
                    <a:pt x="2021" y="1"/>
                  </a:moveTo>
                  <a:lnTo>
                    <a:pt x="1822" y="34"/>
                  </a:lnTo>
                  <a:lnTo>
                    <a:pt x="1623" y="67"/>
                  </a:lnTo>
                  <a:lnTo>
                    <a:pt x="1425" y="100"/>
                  </a:lnTo>
                  <a:lnTo>
                    <a:pt x="1226" y="166"/>
                  </a:lnTo>
                  <a:lnTo>
                    <a:pt x="895" y="365"/>
                  </a:lnTo>
                  <a:lnTo>
                    <a:pt x="597" y="597"/>
                  </a:lnTo>
                  <a:lnTo>
                    <a:pt x="332" y="895"/>
                  </a:lnTo>
                  <a:lnTo>
                    <a:pt x="166" y="1259"/>
                  </a:lnTo>
                  <a:lnTo>
                    <a:pt x="100" y="1424"/>
                  </a:lnTo>
                  <a:lnTo>
                    <a:pt x="34" y="1623"/>
                  </a:lnTo>
                  <a:lnTo>
                    <a:pt x="1" y="1822"/>
                  </a:lnTo>
                  <a:lnTo>
                    <a:pt x="1" y="2020"/>
                  </a:lnTo>
                  <a:lnTo>
                    <a:pt x="1" y="2252"/>
                  </a:lnTo>
                  <a:lnTo>
                    <a:pt x="34" y="2451"/>
                  </a:lnTo>
                  <a:lnTo>
                    <a:pt x="100" y="2649"/>
                  </a:lnTo>
                  <a:lnTo>
                    <a:pt x="166" y="2815"/>
                  </a:lnTo>
                  <a:lnTo>
                    <a:pt x="332" y="3179"/>
                  </a:lnTo>
                  <a:lnTo>
                    <a:pt x="597" y="3477"/>
                  </a:lnTo>
                  <a:lnTo>
                    <a:pt x="895" y="3709"/>
                  </a:lnTo>
                  <a:lnTo>
                    <a:pt x="1226" y="3908"/>
                  </a:lnTo>
                  <a:lnTo>
                    <a:pt x="1425" y="3974"/>
                  </a:lnTo>
                  <a:lnTo>
                    <a:pt x="1623" y="4007"/>
                  </a:lnTo>
                  <a:lnTo>
                    <a:pt x="1822" y="4040"/>
                  </a:lnTo>
                  <a:lnTo>
                    <a:pt x="2021" y="4073"/>
                  </a:lnTo>
                  <a:lnTo>
                    <a:pt x="2219" y="4040"/>
                  </a:lnTo>
                  <a:lnTo>
                    <a:pt x="2451" y="4007"/>
                  </a:lnTo>
                  <a:lnTo>
                    <a:pt x="2617" y="3974"/>
                  </a:lnTo>
                  <a:lnTo>
                    <a:pt x="2815" y="3908"/>
                  </a:lnTo>
                  <a:lnTo>
                    <a:pt x="3146" y="3709"/>
                  </a:lnTo>
                  <a:lnTo>
                    <a:pt x="3444"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44" y="597"/>
                  </a:lnTo>
                  <a:lnTo>
                    <a:pt x="3146" y="365"/>
                  </a:lnTo>
                  <a:lnTo>
                    <a:pt x="2815" y="166"/>
                  </a:lnTo>
                  <a:lnTo>
                    <a:pt x="2617" y="100"/>
                  </a:lnTo>
                  <a:lnTo>
                    <a:pt x="2451" y="67"/>
                  </a:lnTo>
                  <a:lnTo>
                    <a:pt x="2219" y="34"/>
                  </a:lnTo>
                  <a:lnTo>
                    <a:pt x="20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3"/>
            <p:cNvSpPr/>
            <p:nvPr/>
          </p:nvSpPr>
          <p:spPr>
            <a:xfrm>
              <a:off x="6160750" y="92762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8"/>
                  </a:lnTo>
                  <a:lnTo>
                    <a:pt x="1226" y="3874"/>
                  </a:lnTo>
                  <a:lnTo>
                    <a:pt x="1425" y="3940"/>
                  </a:lnTo>
                  <a:lnTo>
                    <a:pt x="1623" y="4006"/>
                  </a:lnTo>
                  <a:lnTo>
                    <a:pt x="1822" y="4040"/>
                  </a:lnTo>
                  <a:lnTo>
                    <a:pt x="2219" y="4040"/>
                  </a:lnTo>
                  <a:lnTo>
                    <a:pt x="2451"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100"/>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3"/>
            <p:cNvSpPr/>
            <p:nvPr/>
          </p:nvSpPr>
          <p:spPr>
            <a:xfrm>
              <a:off x="6405775" y="436775"/>
              <a:ext cx="101000" cy="101000"/>
            </a:xfrm>
            <a:custGeom>
              <a:avLst/>
              <a:gdLst/>
              <a:ahLst/>
              <a:cxnLst/>
              <a:rect l="l" t="t" r="r" b="b"/>
              <a:pathLst>
                <a:path w="4040" h="4040" extrusionOk="0">
                  <a:moveTo>
                    <a:pt x="1788" y="0"/>
                  </a:moveTo>
                  <a:lnTo>
                    <a:pt x="1590" y="33"/>
                  </a:lnTo>
                  <a:lnTo>
                    <a:pt x="1424" y="66"/>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9"/>
                  </a:lnTo>
                  <a:lnTo>
                    <a:pt x="1225" y="3874"/>
                  </a:lnTo>
                  <a:lnTo>
                    <a:pt x="1424" y="3940"/>
                  </a:lnTo>
                  <a:lnTo>
                    <a:pt x="1590" y="4007"/>
                  </a:lnTo>
                  <a:lnTo>
                    <a:pt x="1788" y="4040"/>
                  </a:lnTo>
                  <a:lnTo>
                    <a:pt x="2219" y="4040"/>
                  </a:lnTo>
                  <a:lnTo>
                    <a:pt x="2417" y="4007"/>
                  </a:lnTo>
                  <a:lnTo>
                    <a:pt x="2616" y="3940"/>
                  </a:lnTo>
                  <a:lnTo>
                    <a:pt x="2815" y="3874"/>
                  </a:lnTo>
                  <a:lnTo>
                    <a:pt x="3146" y="3709"/>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3"/>
            <p:cNvSpPr/>
            <p:nvPr/>
          </p:nvSpPr>
          <p:spPr>
            <a:xfrm>
              <a:off x="6405775" y="680950"/>
              <a:ext cx="101000" cy="101850"/>
            </a:xfrm>
            <a:custGeom>
              <a:avLst/>
              <a:gdLst/>
              <a:ahLst/>
              <a:cxnLst/>
              <a:rect l="l" t="t" r="r" b="b"/>
              <a:pathLst>
                <a:path w="4040" h="4074" extrusionOk="0">
                  <a:moveTo>
                    <a:pt x="2020" y="1"/>
                  </a:moveTo>
                  <a:lnTo>
                    <a:pt x="1788" y="34"/>
                  </a:lnTo>
                  <a:lnTo>
                    <a:pt x="1590" y="67"/>
                  </a:lnTo>
                  <a:lnTo>
                    <a:pt x="1424" y="100"/>
                  </a:lnTo>
                  <a:lnTo>
                    <a:pt x="1225" y="166"/>
                  </a:lnTo>
                  <a:lnTo>
                    <a:pt x="894" y="365"/>
                  </a:lnTo>
                  <a:lnTo>
                    <a:pt x="563" y="597"/>
                  </a:lnTo>
                  <a:lnTo>
                    <a:pt x="331" y="895"/>
                  </a:lnTo>
                  <a:lnTo>
                    <a:pt x="133" y="1259"/>
                  </a:lnTo>
                  <a:lnTo>
                    <a:pt x="67" y="1424"/>
                  </a:lnTo>
                  <a:lnTo>
                    <a:pt x="33" y="1623"/>
                  </a:lnTo>
                  <a:lnTo>
                    <a:pt x="0" y="1822"/>
                  </a:lnTo>
                  <a:lnTo>
                    <a:pt x="0" y="2020"/>
                  </a:lnTo>
                  <a:lnTo>
                    <a:pt x="0" y="2252"/>
                  </a:lnTo>
                  <a:lnTo>
                    <a:pt x="33" y="2451"/>
                  </a:lnTo>
                  <a:lnTo>
                    <a:pt x="67" y="2649"/>
                  </a:lnTo>
                  <a:lnTo>
                    <a:pt x="133" y="2815"/>
                  </a:lnTo>
                  <a:lnTo>
                    <a:pt x="331" y="3179"/>
                  </a:lnTo>
                  <a:lnTo>
                    <a:pt x="563" y="3477"/>
                  </a:lnTo>
                  <a:lnTo>
                    <a:pt x="894" y="3709"/>
                  </a:lnTo>
                  <a:lnTo>
                    <a:pt x="1225" y="3908"/>
                  </a:lnTo>
                  <a:lnTo>
                    <a:pt x="1424" y="3974"/>
                  </a:lnTo>
                  <a:lnTo>
                    <a:pt x="1590" y="4007"/>
                  </a:lnTo>
                  <a:lnTo>
                    <a:pt x="1788" y="4040"/>
                  </a:lnTo>
                  <a:lnTo>
                    <a:pt x="2020" y="4073"/>
                  </a:lnTo>
                  <a:lnTo>
                    <a:pt x="2219" y="4040"/>
                  </a:lnTo>
                  <a:lnTo>
                    <a:pt x="2417" y="4007"/>
                  </a:lnTo>
                  <a:lnTo>
                    <a:pt x="2616" y="3974"/>
                  </a:lnTo>
                  <a:lnTo>
                    <a:pt x="2815" y="3908"/>
                  </a:lnTo>
                  <a:lnTo>
                    <a:pt x="3146" y="3709"/>
                  </a:lnTo>
                  <a:lnTo>
                    <a:pt x="3444" y="3477"/>
                  </a:lnTo>
                  <a:lnTo>
                    <a:pt x="3676" y="3179"/>
                  </a:lnTo>
                  <a:lnTo>
                    <a:pt x="3874" y="2815"/>
                  </a:lnTo>
                  <a:lnTo>
                    <a:pt x="3940" y="2649"/>
                  </a:lnTo>
                  <a:lnTo>
                    <a:pt x="4007" y="2451"/>
                  </a:lnTo>
                  <a:lnTo>
                    <a:pt x="4040" y="2252"/>
                  </a:lnTo>
                  <a:lnTo>
                    <a:pt x="4040" y="2020"/>
                  </a:lnTo>
                  <a:lnTo>
                    <a:pt x="4040" y="1822"/>
                  </a:lnTo>
                  <a:lnTo>
                    <a:pt x="4007" y="1623"/>
                  </a:lnTo>
                  <a:lnTo>
                    <a:pt x="3940" y="1424"/>
                  </a:lnTo>
                  <a:lnTo>
                    <a:pt x="3874" y="1259"/>
                  </a:lnTo>
                  <a:lnTo>
                    <a:pt x="3676" y="895"/>
                  </a:lnTo>
                  <a:lnTo>
                    <a:pt x="3444" y="597"/>
                  </a:lnTo>
                  <a:lnTo>
                    <a:pt x="3146" y="365"/>
                  </a:lnTo>
                  <a:lnTo>
                    <a:pt x="2815" y="166"/>
                  </a:lnTo>
                  <a:lnTo>
                    <a:pt x="2616" y="100"/>
                  </a:lnTo>
                  <a:lnTo>
                    <a:pt x="2417"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3"/>
            <p:cNvSpPr/>
            <p:nvPr/>
          </p:nvSpPr>
          <p:spPr>
            <a:xfrm>
              <a:off x="6405775" y="927625"/>
              <a:ext cx="101000" cy="101000"/>
            </a:xfrm>
            <a:custGeom>
              <a:avLst/>
              <a:gdLst/>
              <a:ahLst/>
              <a:cxnLst/>
              <a:rect l="l" t="t" r="r" b="b"/>
              <a:pathLst>
                <a:path w="4040" h="4040" extrusionOk="0">
                  <a:moveTo>
                    <a:pt x="1788" y="0"/>
                  </a:moveTo>
                  <a:lnTo>
                    <a:pt x="1590" y="33"/>
                  </a:lnTo>
                  <a:lnTo>
                    <a:pt x="1424" y="100"/>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8"/>
                  </a:lnTo>
                  <a:lnTo>
                    <a:pt x="1225" y="3874"/>
                  </a:lnTo>
                  <a:lnTo>
                    <a:pt x="1424" y="3940"/>
                  </a:lnTo>
                  <a:lnTo>
                    <a:pt x="1590" y="4006"/>
                  </a:lnTo>
                  <a:lnTo>
                    <a:pt x="1788" y="4040"/>
                  </a:lnTo>
                  <a:lnTo>
                    <a:pt x="2219" y="4040"/>
                  </a:lnTo>
                  <a:lnTo>
                    <a:pt x="2417" y="4006"/>
                  </a:lnTo>
                  <a:lnTo>
                    <a:pt x="2616" y="3940"/>
                  </a:lnTo>
                  <a:lnTo>
                    <a:pt x="2815" y="3874"/>
                  </a:lnTo>
                  <a:lnTo>
                    <a:pt x="3146" y="3708"/>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3"/>
            <p:cNvSpPr/>
            <p:nvPr/>
          </p:nvSpPr>
          <p:spPr>
            <a:xfrm>
              <a:off x="6649950" y="436775"/>
              <a:ext cx="101000" cy="101000"/>
            </a:xfrm>
            <a:custGeom>
              <a:avLst/>
              <a:gdLst/>
              <a:ahLst/>
              <a:cxnLst/>
              <a:rect l="l" t="t" r="r" b="b"/>
              <a:pathLst>
                <a:path w="4040" h="4040" extrusionOk="0">
                  <a:moveTo>
                    <a:pt x="1822" y="0"/>
                  </a:moveTo>
                  <a:lnTo>
                    <a:pt x="1623" y="33"/>
                  </a:lnTo>
                  <a:lnTo>
                    <a:pt x="1424" y="66"/>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9"/>
                  </a:lnTo>
                  <a:lnTo>
                    <a:pt x="1226" y="3874"/>
                  </a:lnTo>
                  <a:lnTo>
                    <a:pt x="1424" y="3940"/>
                  </a:lnTo>
                  <a:lnTo>
                    <a:pt x="1623" y="4007"/>
                  </a:lnTo>
                  <a:lnTo>
                    <a:pt x="1822" y="4040"/>
                  </a:lnTo>
                  <a:lnTo>
                    <a:pt x="2252" y="4040"/>
                  </a:lnTo>
                  <a:lnTo>
                    <a:pt x="2451" y="4007"/>
                  </a:lnTo>
                  <a:lnTo>
                    <a:pt x="2649" y="3940"/>
                  </a:lnTo>
                  <a:lnTo>
                    <a:pt x="2815" y="3874"/>
                  </a:lnTo>
                  <a:lnTo>
                    <a:pt x="3179" y="3709"/>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3"/>
            <p:cNvSpPr/>
            <p:nvPr/>
          </p:nvSpPr>
          <p:spPr>
            <a:xfrm>
              <a:off x="6649950" y="680950"/>
              <a:ext cx="101000" cy="101850"/>
            </a:xfrm>
            <a:custGeom>
              <a:avLst/>
              <a:gdLst/>
              <a:ahLst/>
              <a:cxnLst/>
              <a:rect l="l" t="t" r="r" b="b"/>
              <a:pathLst>
                <a:path w="4040" h="4074" extrusionOk="0">
                  <a:moveTo>
                    <a:pt x="2020" y="1"/>
                  </a:moveTo>
                  <a:lnTo>
                    <a:pt x="1822" y="34"/>
                  </a:lnTo>
                  <a:lnTo>
                    <a:pt x="1623" y="67"/>
                  </a:lnTo>
                  <a:lnTo>
                    <a:pt x="1424" y="100"/>
                  </a:lnTo>
                  <a:lnTo>
                    <a:pt x="1226" y="166"/>
                  </a:lnTo>
                  <a:lnTo>
                    <a:pt x="895" y="365"/>
                  </a:lnTo>
                  <a:lnTo>
                    <a:pt x="597" y="597"/>
                  </a:lnTo>
                  <a:lnTo>
                    <a:pt x="365" y="895"/>
                  </a:lnTo>
                  <a:lnTo>
                    <a:pt x="166" y="1259"/>
                  </a:lnTo>
                  <a:lnTo>
                    <a:pt x="100" y="1424"/>
                  </a:lnTo>
                  <a:lnTo>
                    <a:pt x="34" y="1623"/>
                  </a:lnTo>
                  <a:lnTo>
                    <a:pt x="1" y="1822"/>
                  </a:lnTo>
                  <a:lnTo>
                    <a:pt x="1" y="2020"/>
                  </a:lnTo>
                  <a:lnTo>
                    <a:pt x="1" y="2252"/>
                  </a:lnTo>
                  <a:lnTo>
                    <a:pt x="34" y="2451"/>
                  </a:lnTo>
                  <a:lnTo>
                    <a:pt x="100" y="2649"/>
                  </a:lnTo>
                  <a:lnTo>
                    <a:pt x="166" y="2815"/>
                  </a:lnTo>
                  <a:lnTo>
                    <a:pt x="365" y="3179"/>
                  </a:lnTo>
                  <a:lnTo>
                    <a:pt x="597" y="3477"/>
                  </a:lnTo>
                  <a:lnTo>
                    <a:pt x="895" y="3709"/>
                  </a:lnTo>
                  <a:lnTo>
                    <a:pt x="1226" y="3908"/>
                  </a:lnTo>
                  <a:lnTo>
                    <a:pt x="1424" y="3974"/>
                  </a:lnTo>
                  <a:lnTo>
                    <a:pt x="1623" y="4007"/>
                  </a:lnTo>
                  <a:lnTo>
                    <a:pt x="1822" y="4040"/>
                  </a:lnTo>
                  <a:lnTo>
                    <a:pt x="2020" y="4073"/>
                  </a:lnTo>
                  <a:lnTo>
                    <a:pt x="2252" y="4040"/>
                  </a:lnTo>
                  <a:lnTo>
                    <a:pt x="2451" y="4007"/>
                  </a:lnTo>
                  <a:lnTo>
                    <a:pt x="2649" y="3974"/>
                  </a:lnTo>
                  <a:lnTo>
                    <a:pt x="2815" y="3908"/>
                  </a:lnTo>
                  <a:lnTo>
                    <a:pt x="3179" y="3709"/>
                  </a:lnTo>
                  <a:lnTo>
                    <a:pt x="3477"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77" y="597"/>
                  </a:lnTo>
                  <a:lnTo>
                    <a:pt x="3179" y="365"/>
                  </a:lnTo>
                  <a:lnTo>
                    <a:pt x="2815" y="166"/>
                  </a:lnTo>
                  <a:lnTo>
                    <a:pt x="2649" y="100"/>
                  </a:lnTo>
                  <a:lnTo>
                    <a:pt x="2451"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3"/>
            <p:cNvSpPr/>
            <p:nvPr/>
          </p:nvSpPr>
          <p:spPr>
            <a:xfrm>
              <a:off x="6649950" y="927625"/>
              <a:ext cx="101000" cy="101000"/>
            </a:xfrm>
            <a:custGeom>
              <a:avLst/>
              <a:gdLst/>
              <a:ahLst/>
              <a:cxnLst/>
              <a:rect l="l" t="t" r="r" b="b"/>
              <a:pathLst>
                <a:path w="4040" h="4040" extrusionOk="0">
                  <a:moveTo>
                    <a:pt x="1822" y="0"/>
                  </a:moveTo>
                  <a:lnTo>
                    <a:pt x="1623" y="33"/>
                  </a:lnTo>
                  <a:lnTo>
                    <a:pt x="1424" y="100"/>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8"/>
                  </a:lnTo>
                  <a:lnTo>
                    <a:pt x="1226"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 name="Google Shape;319;p13"/>
          <p:cNvSpPr/>
          <p:nvPr/>
        </p:nvSpPr>
        <p:spPr>
          <a:xfrm rot="10800000" flipH="1">
            <a:off x="-12" y="4334250"/>
            <a:ext cx="1614938" cy="714166"/>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CUSTOM_14_1">
    <p:spTree>
      <p:nvGrpSpPr>
        <p:cNvPr id="1" name="Shape 550"/>
        <p:cNvGrpSpPr/>
        <p:nvPr/>
      </p:nvGrpSpPr>
      <p:grpSpPr>
        <a:xfrm>
          <a:off x="0" y="0"/>
          <a:ext cx="0" cy="0"/>
          <a:chOff x="0" y="0"/>
          <a:chExt cx="0" cy="0"/>
        </a:xfrm>
      </p:grpSpPr>
      <p:sp>
        <p:nvSpPr>
          <p:cNvPr id="551" name="Google Shape;551;p20"/>
          <p:cNvSpPr txBox="1">
            <a:spLocks noGrp="1"/>
          </p:cNvSpPr>
          <p:nvPr>
            <p:ph type="title"/>
          </p:nvPr>
        </p:nvSpPr>
        <p:spPr>
          <a:xfrm>
            <a:off x="720000" y="365760"/>
            <a:ext cx="7704000" cy="548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52" name="Google Shape;552;p20"/>
          <p:cNvSpPr txBox="1">
            <a:spLocks noGrp="1"/>
          </p:cNvSpPr>
          <p:nvPr>
            <p:ph type="subTitle" idx="1"/>
          </p:nvPr>
        </p:nvSpPr>
        <p:spPr>
          <a:xfrm>
            <a:off x="721879" y="2898900"/>
            <a:ext cx="2501700" cy="73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53" name="Google Shape;553;p20"/>
          <p:cNvSpPr txBox="1">
            <a:spLocks noGrp="1"/>
          </p:cNvSpPr>
          <p:nvPr>
            <p:ph type="subTitle" idx="2"/>
          </p:nvPr>
        </p:nvSpPr>
        <p:spPr>
          <a:xfrm>
            <a:off x="3321150" y="2898900"/>
            <a:ext cx="2501700" cy="73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54" name="Google Shape;554;p20"/>
          <p:cNvSpPr txBox="1">
            <a:spLocks noGrp="1"/>
          </p:cNvSpPr>
          <p:nvPr>
            <p:ph type="subTitle" idx="3"/>
          </p:nvPr>
        </p:nvSpPr>
        <p:spPr>
          <a:xfrm>
            <a:off x="5920421" y="2898900"/>
            <a:ext cx="2501700" cy="73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55" name="Google Shape;555;p20"/>
          <p:cNvSpPr txBox="1">
            <a:spLocks noGrp="1"/>
          </p:cNvSpPr>
          <p:nvPr>
            <p:ph type="title" idx="4"/>
          </p:nvPr>
        </p:nvSpPr>
        <p:spPr>
          <a:xfrm>
            <a:off x="719929" y="2679444"/>
            <a:ext cx="2505600" cy="365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2000" i="1">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56" name="Google Shape;556;p20"/>
          <p:cNvSpPr txBox="1">
            <a:spLocks noGrp="1"/>
          </p:cNvSpPr>
          <p:nvPr>
            <p:ph type="title" idx="5"/>
          </p:nvPr>
        </p:nvSpPr>
        <p:spPr>
          <a:xfrm>
            <a:off x="3319200" y="2679444"/>
            <a:ext cx="2505600" cy="365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2000" i="1">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57" name="Google Shape;557;p20"/>
          <p:cNvSpPr txBox="1">
            <a:spLocks noGrp="1"/>
          </p:cNvSpPr>
          <p:nvPr>
            <p:ph type="title" idx="6"/>
          </p:nvPr>
        </p:nvSpPr>
        <p:spPr>
          <a:xfrm>
            <a:off x="5918471" y="2679444"/>
            <a:ext cx="2505600" cy="365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2000" i="1">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58" name="Google Shape;558;p20"/>
          <p:cNvSpPr/>
          <p:nvPr/>
        </p:nvSpPr>
        <p:spPr>
          <a:xfrm rot="10800000">
            <a:off x="7540188" y="4334250"/>
            <a:ext cx="1614938" cy="714166"/>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9" name="Google Shape;559;p20"/>
          <p:cNvGrpSpPr/>
          <p:nvPr/>
        </p:nvGrpSpPr>
        <p:grpSpPr>
          <a:xfrm rot="5400000">
            <a:off x="8081025" y="694863"/>
            <a:ext cx="1321075" cy="347650"/>
            <a:chOff x="877325" y="238125"/>
            <a:chExt cx="1321075" cy="347650"/>
          </a:xfrm>
        </p:grpSpPr>
        <p:sp>
          <p:nvSpPr>
            <p:cNvPr id="560" name="Google Shape;560;p20"/>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20"/>
          <p:cNvGrpSpPr/>
          <p:nvPr/>
        </p:nvGrpSpPr>
        <p:grpSpPr>
          <a:xfrm rot="5400000">
            <a:off x="-502712" y="3591625"/>
            <a:ext cx="2054450" cy="591850"/>
            <a:chOff x="4696500" y="436775"/>
            <a:chExt cx="2054450" cy="591850"/>
          </a:xfrm>
        </p:grpSpPr>
        <p:sp>
          <p:nvSpPr>
            <p:cNvPr id="573" name="Google Shape;573;p20"/>
            <p:cNvSpPr/>
            <p:nvPr/>
          </p:nvSpPr>
          <p:spPr>
            <a:xfrm>
              <a:off x="6649950" y="680950"/>
              <a:ext cx="101000" cy="101850"/>
            </a:xfrm>
            <a:custGeom>
              <a:avLst/>
              <a:gdLst/>
              <a:ahLst/>
              <a:cxnLst/>
              <a:rect l="l" t="t" r="r" b="b"/>
              <a:pathLst>
                <a:path w="4040" h="4074" extrusionOk="0">
                  <a:moveTo>
                    <a:pt x="2020" y="1"/>
                  </a:moveTo>
                  <a:lnTo>
                    <a:pt x="1822" y="34"/>
                  </a:lnTo>
                  <a:lnTo>
                    <a:pt x="1623" y="67"/>
                  </a:lnTo>
                  <a:lnTo>
                    <a:pt x="1424" y="100"/>
                  </a:lnTo>
                  <a:lnTo>
                    <a:pt x="1226" y="166"/>
                  </a:lnTo>
                  <a:lnTo>
                    <a:pt x="895" y="365"/>
                  </a:lnTo>
                  <a:lnTo>
                    <a:pt x="597" y="597"/>
                  </a:lnTo>
                  <a:lnTo>
                    <a:pt x="365" y="895"/>
                  </a:lnTo>
                  <a:lnTo>
                    <a:pt x="166" y="1259"/>
                  </a:lnTo>
                  <a:lnTo>
                    <a:pt x="100" y="1424"/>
                  </a:lnTo>
                  <a:lnTo>
                    <a:pt x="34" y="1623"/>
                  </a:lnTo>
                  <a:lnTo>
                    <a:pt x="1" y="1822"/>
                  </a:lnTo>
                  <a:lnTo>
                    <a:pt x="1" y="2020"/>
                  </a:lnTo>
                  <a:lnTo>
                    <a:pt x="1" y="2252"/>
                  </a:lnTo>
                  <a:lnTo>
                    <a:pt x="34" y="2451"/>
                  </a:lnTo>
                  <a:lnTo>
                    <a:pt x="100" y="2649"/>
                  </a:lnTo>
                  <a:lnTo>
                    <a:pt x="166" y="2815"/>
                  </a:lnTo>
                  <a:lnTo>
                    <a:pt x="365" y="3179"/>
                  </a:lnTo>
                  <a:lnTo>
                    <a:pt x="597" y="3477"/>
                  </a:lnTo>
                  <a:lnTo>
                    <a:pt x="895" y="3709"/>
                  </a:lnTo>
                  <a:lnTo>
                    <a:pt x="1226" y="3908"/>
                  </a:lnTo>
                  <a:lnTo>
                    <a:pt x="1424" y="3974"/>
                  </a:lnTo>
                  <a:lnTo>
                    <a:pt x="1623" y="4007"/>
                  </a:lnTo>
                  <a:lnTo>
                    <a:pt x="1822" y="4040"/>
                  </a:lnTo>
                  <a:lnTo>
                    <a:pt x="2020" y="4073"/>
                  </a:lnTo>
                  <a:lnTo>
                    <a:pt x="2252" y="4040"/>
                  </a:lnTo>
                  <a:lnTo>
                    <a:pt x="2451" y="4007"/>
                  </a:lnTo>
                  <a:lnTo>
                    <a:pt x="2649" y="3974"/>
                  </a:lnTo>
                  <a:lnTo>
                    <a:pt x="2815" y="3908"/>
                  </a:lnTo>
                  <a:lnTo>
                    <a:pt x="3179" y="3709"/>
                  </a:lnTo>
                  <a:lnTo>
                    <a:pt x="3477"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77" y="597"/>
                  </a:lnTo>
                  <a:lnTo>
                    <a:pt x="3179" y="365"/>
                  </a:lnTo>
                  <a:lnTo>
                    <a:pt x="2815" y="166"/>
                  </a:lnTo>
                  <a:lnTo>
                    <a:pt x="2649" y="100"/>
                  </a:lnTo>
                  <a:lnTo>
                    <a:pt x="2451"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6649950" y="436775"/>
              <a:ext cx="101000" cy="101000"/>
            </a:xfrm>
            <a:custGeom>
              <a:avLst/>
              <a:gdLst/>
              <a:ahLst/>
              <a:cxnLst/>
              <a:rect l="l" t="t" r="r" b="b"/>
              <a:pathLst>
                <a:path w="4040" h="4040" extrusionOk="0">
                  <a:moveTo>
                    <a:pt x="1822" y="0"/>
                  </a:moveTo>
                  <a:lnTo>
                    <a:pt x="1623" y="33"/>
                  </a:lnTo>
                  <a:lnTo>
                    <a:pt x="1424" y="66"/>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9"/>
                  </a:lnTo>
                  <a:lnTo>
                    <a:pt x="1226" y="3874"/>
                  </a:lnTo>
                  <a:lnTo>
                    <a:pt x="1424" y="3940"/>
                  </a:lnTo>
                  <a:lnTo>
                    <a:pt x="1623" y="4007"/>
                  </a:lnTo>
                  <a:lnTo>
                    <a:pt x="1822" y="4040"/>
                  </a:lnTo>
                  <a:lnTo>
                    <a:pt x="2252" y="4040"/>
                  </a:lnTo>
                  <a:lnTo>
                    <a:pt x="2451" y="4007"/>
                  </a:lnTo>
                  <a:lnTo>
                    <a:pt x="2649" y="3940"/>
                  </a:lnTo>
                  <a:lnTo>
                    <a:pt x="2815" y="3874"/>
                  </a:lnTo>
                  <a:lnTo>
                    <a:pt x="3179" y="3709"/>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5185675" y="927625"/>
              <a:ext cx="101025" cy="101000"/>
            </a:xfrm>
            <a:custGeom>
              <a:avLst/>
              <a:gdLst/>
              <a:ahLst/>
              <a:cxnLst/>
              <a:rect l="l" t="t" r="r" b="b"/>
              <a:pathLst>
                <a:path w="4041" h="4040" extrusionOk="0">
                  <a:moveTo>
                    <a:pt x="1822" y="0"/>
                  </a:moveTo>
                  <a:lnTo>
                    <a:pt x="1623" y="33"/>
                  </a:lnTo>
                  <a:lnTo>
                    <a:pt x="1425" y="66"/>
                  </a:lnTo>
                  <a:lnTo>
                    <a:pt x="1226" y="133"/>
                  </a:lnTo>
                  <a:lnTo>
                    <a:pt x="895" y="331"/>
                  </a:lnTo>
                  <a:lnTo>
                    <a:pt x="597" y="596"/>
                  </a:lnTo>
                  <a:lnTo>
                    <a:pt x="332" y="894"/>
                  </a:lnTo>
                  <a:lnTo>
                    <a:pt x="167" y="1225"/>
                  </a:lnTo>
                  <a:lnTo>
                    <a:pt x="100" y="1424"/>
                  </a:lnTo>
                  <a:lnTo>
                    <a:pt x="34" y="1589"/>
                  </a:lnTo>
                  <a:lnTo>
                    <a:pt x="1" y="1821"/>
                  </a:lnTo>
                  <a:lnTo>
                    <a:pt x="1" y="2020"/>
                  </a:lnTo>
                  <a:lnTo>
                    <a:pt x="1" y="2219"/>
                  </a:lnTo>
                  <a:lnTo>
                    <a:pt x="34" y="2417"/>
                  </a:lnTo>
                  <a:lnTo>
                    <a:pt x="100" y="2616"/>
                  </a:lnTo>
                  <a:lnTo>
                    <a:pt x="167" y="2815"/>
                  </a:lnTo>
                  <a:lnTo>
                    <a:pt x="332" y="3146"/>
                  </a:lnTo>
                  <a:lnTo>
                    <a:pt x="597" y="3444"/>
                  </a:lnTo>
                  <a:lnTo>
                    <a:pt x="895" y="3708"/>
                  </a:lnTo>
                  <a:lnTo>
                    <a:pt x="1226" y="3874"/>
                  </a:lnTo>
                  <a:lnTo>
                    <a:pt x="1425" y="3940"/>
                  </a:lnTo>
                  <a:lnTo>
                    <a:pt x="1623" y="4006"/>
                  </a:lnTo>
                  <a:lnTo>
                    <a:pt x="1822" y="4040"/>
                  </a:lnTo>
                  <a:lnTo>
                    <a:pt x="2219" y="4040"/>
                  </a:lnTo>
                  <a:lnTo>
                    <a:pt x="2418"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589"/>
                  </a:lnTo>
                  <a:lnTo>
                    <a:pt x="3974" y="1424"/>
                  </a:lnTo>
                  <a:lnTo>
                    <a:pt x="3908" y="1225"/>
                  </a:lnTo>
                  <a:lnTo>
                    <a:pt x="3709" y="894"/>
                  </a:lnTo>
                  <a:lnTo>
                    <a:pt x="3444" y="596"/>
                  </a:lnTo>
                  <a:lnTo>
                    <a:pt x="3146" y="331"/>
                  </a:lnTo>
                  <a:lnTo>
                    <a:pt x="2815" y="133"/>
                  </a:lnTo>
                  <a:lnTo>
                    <a:pt x="2617" y="66"/>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6405775" y="680950"/>
              <a:ext cx="101000" cy="101850"/>
            </a:xfrm>
            <a:custGeom>
              <a:avLst/>
              <a:gdLst/>
              <a:ahLst/>
              <a:cxnLst/>
              <a:rect l="l" t="t" r="r" b="b"/>
              <a:pathLst>
                <a:path w="4040" h="4074" extrusionOk="0">
                  <a:moveTo>
                    <a:pt x="2020" y="1"/>
                  </a:moveTo>
                  <a:lnTo>
                    <a:pt x="1788" y="34"/>
                  </a:lnTo>
                  <a:lnTo>
                    <a:pt x="1590" y="67"/>
                  </a:lnTo>
                  <a:lnTo>
                    <a:pt x="1424" y="100"/>
                  </a:lnTo>
                  <a:lnTo>
                    <a:pt x="1225" y="166"/>
                  </a:lnTo>
                  <a:lnTo>
                    <a:pt x="894" y="365"/>
                  </a:lnTo>
                  <a:lnTo>
                    <a:pt x="563" y="597"/>
                  </a:lnTo>
                  <a:lnTo>
                    <a:pt x="331" y="895"/>
                  </a:lnTo>
                  <a:lnTo>
                    <a:pt x="133" y="1259"/>
                  </a:lnTo>
                  <a:lnTo>
                    <a:pt x="67" y="1424"/>
                  </a:lnTo>
                  <a:lnTo>
                    <a:pt x="33" y="1623"/>
                  </a:lnTo>
                  <a:lnTo>
                    <a:pt x="0" y="1822"/>
                  </a:lnTo>
                  <a:lnTo>
                    <a:pt x="0" y="2020"/>
                  </a:lnTo>
                  <a:lnTo>
                    <a:pt x="0" y="2252"/>
                  </a:lnTo>
                  <a:lnTo>
                    <a:pt x="33" y="2451"/>
                  </a:lnTo>
                  <a:lnTo>
                    <a:pt x="67" y="2649"/>
                  </a:lnTo>
                  <a:lnTo>
                    <a:pt x="133" y="2815"/>
                  </a:lnTo>
                  <a:lnTo>
                    <a:pt x="331" y="3179"/>
                  </a:lnTo>
                  <a:lnTo>
                    <a:pt x="563" y="3477"/>
                  </a:lnTo>
                  <a:lnTo>
                    <a:pt x="894" y="3709"/>
                  </a:lnTo>
                  <a:lnTo>
                    <a:pt x="1225" y="3908"/>
                  </a:lnTo>
                  <a:lnTo>
                    <a:pt x="1424" y="3974"/>
                  </a:lnTo>
                  <a:lnTo>
                    <a:pt x="1590" y="4007"/>
                  </a:lnTo>
                  <a:lnTo>
                    <a:pt x="1788" y="4040"/>
                  </a:lnTo>
                  <a:lnTo>
                    <a:pt x="2020" y="4073"/>
                  </a:lnTo>
                  <a:lnTo>
                    <a:pt x="2219" y="4040"/>
                  </a:lnTo>
                  <a:lnTo>
                    <a:pt x="2417" y="4007"/>
                  </a:lnTo>
                  <a:lnTo>
                    <a:pt x="2616" y="3974"/>
                  </a:lnTo>
                  <a:lnTo>
                    <a:pt x="2815" y="3908"/>
                  </a:lnTo>
                  <a:lnTo>
                    <a:pt x="3146" y="3709"/>
                  </a:lnTo>
                  <a:lnTo>
                    <a:pt x="3444" y="3477"/>
                  </a:lnTo>
                  <a:lnTo>
                    <a:pt x="3676" y="3179"/>
                  </a:lnTo>
                  <a:lnTo>
                    <a:pt x="3874" y="2815"/>
                  </a:lnTo>
                  <a:lnTo>
                    <a:pt x="3940" y="2649"/>
                  </a:lnTo>
                  <a:lnTo>
                    <a:pt x="4007" y="2451"/>
                  </a:lnTo>
                  <a:lnTo>
                    <a:pt x="4040" y="2252"/>
                  </a:lnTo>
                  <a:lnTo>
                    <a:pt x="4040" y="2020"/>
                  </a:lnTo>
                  <a:lnTo>
                    <a:pt x="4040" y="1822"/>
                  </a:lnTo>
                  <a:lnTo>
                    <a:pt x="4007" y="1623"/>
                  </a:lnTo>
                  <a:lnTo>
                    <a:pt x="3940" y="1424"/>
                  </a:lnTo>
                  <a:lnTo>
                    <a:pt x="3874" y="1259"/>
                  </a:lnTo>
                  <a:lnTo>
                    <a:pt x="3676" y="895"/>
                  </a:lnTo>
                  <a:lnTo>
                    <a:pt x="3444" y="597"/>
                  </a:lnTo>
                  <a:lnTo>
                    <a:pt x="3146" y="365"/>
                  </a:lnTo>
                  <a:lnTo>
                    <a:pt x="2815" y="166"/>
                  </a:lnTo>
                  <a:lnTo>
                    <a:pt x="2616" y="100"/>
                  </a:lnTo>
                  <a:lnTo>
                    <a:pt x="2417"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6160750" y="680950"/>
              <a:ext cx="101025" cy="101850"/>
            </a:xfrm>
            <a:custGeom>
              <a:avLst/>
              <a:gdLst/>
              <a:ahLst/>
              <a:cxnLst/>
              <a:rect l="l" t="t" r="r" b="b"/>
              <a:pathLst>
                <a:path w="4041" h="4074" extrusionOk="0">
                  <a:moveTo>
                    <a:pt x="2021" y="1"/>
                  </a:moveTo>
                  <a:lnTo>
                    <a:pt x="1822" y="34"/>
                  </a:lnTo>
                  <a:lnTo>
                    <a:pt x="1623" y="67"/>
                  </a:lnTo>
                  <a:lnTo>
                    <a:pt x="1425" y="100"/>
                  </a:lnTo>
                  <a:lnTo>
                    <a:pt x="1226" y="166"/>
                  </a:lnTo>
                  <a:lnTo>
                    <a:pt x="895" y="365"/>
                  </a:lnTo>
                  <a:lnTo>
                    <a:pt x="597" y="597"/>
                  </a:lnTo>
                  <a:lnTo>
                    <a:pt x="332" y="895"/>
                  </a:lnTo>
                  <a:lnTo>
                    <a:pt x="166" y="1259"/>
                  </a:lnTo>
                  <a:lnTo>
                    <a:pt x="100" y="1424"/>
                  </a:lnTo>
                  <a:lnTo>
                    <a:pt x="34" y="1623"/>
                  </a:lnTo>
                  <a:lnTo>
                    <a:pt x="1" y="1822"/>
                  </a:lnTo>
                  <a:lnTo>
                    <a:pt x="1" y="2020"/>
                  </a:lnTo>
                  <a:lnTo>
                    <a:pt x="1" y="2252"/>
                  </a:lnTo>
                  <a:lnTo>
                    <a:pt x="34" y="2451"/>
                  </a:lnTo>
                  <a:lnTo>
                    <a:pt x="100" y="2649"/>
                  </a:lnTo>
                  <a:lnTo>
                    <a:pt x="166" y="2815"/>
                  </a:lnTo>
                  <a:lnTo>
                    <a:pt x="332" y="3179"/>
                  </a:lnTo>
                  <a:lnTo>
                    <a:pt x="597" y="3477"/>
                  </a:lnTo>
                  <a:lnTo>
                    <a:pt x="895" y="3709"/>
                  </a:lnTo>
                  <a:lnTo>
                    <a:pt x="1226" y="3908"/>
                  </a:lnTo>
                  <a:lnTo>
                    <a:pt x="1425" y="3974"/>
                  </a:lnTo>
                  <a:lnTo>
                    <a:pt x="1623" y="4007"/>
                  </a:lnTo>
                  <a:lnTo>
                    <a:pt x="1822" y="4040"/>
                  </a:lnTo>
                  <a:lnTo>
                    <a:pt x="2021" y="4073"/>
                  </a:lnTo>
                  <a:lnTo>
                    <a:pt x="2219" y="4040"/>
                  </a:lnTo>
                  <a:lnTo>
                    <a:pt x="2451" y="4007"/>
                  </a:lnTo>
                  <a:lnTo>
                    <a:pt x="2617" y="3974"/>
                  </a:lnTo>
                  <a:lnTo>
                    <a:pt x="2815" y="3908"/>
                  </a:lnTo>
                  <a:lnTo>
                    <a:pt x="3146" y="3709"/>
                  </a:lnTo>
                  <a:lnTo>
                    <a:pt x="3444"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44" y="597"/>
                  </a:lnTo>
                  <a:lnTo>
                    <a:pt x="3146" y="365"/>
                  </a:lnTo>
                  <a:lnTo>
                    <a:pt x="2815" y="166"/>
                  </a:lnTo>
                  <a:lnTo>
                    <a:pt x="2617" y="100"/>
                  </a:lnTo>
                  <a:lnTo>
                    <a:pt x="2451" y="67"/>
                  </a:lnTo>
                  <a:lnTo>
                    <a:pt x="2219" y="34"/>
                  </a:lnTo>
                  <a:lnTo>
                    <a:pt x="20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6405775" y="436775"/>
              <a:ext cx="101000" cy="101000"/>
            </a:xfrm>
            <a:custGeom>
              <a:avLst/>
              <a:gdLst/>
              <a:ahLst/>
              <a:cxnLst/>
              <a:rect l="l" t="t" r="r" b="b"/>
              <a:pathLst>
                <a:path w="4040" h="4040" extrusionOk="0">
                  <a:moveTo>
                    <a:pt x="1788" y="0"/>
                  </a:moveTo>
                  <a:lnTo>
                    <a:pt x="1590" y="33"/>
                  </a:lnTo>
                  <a:lnTo>
                    <a:pt x="1424" y="66"/>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9"/>
                  </a:lnTo>
                  <a:lnTo>
                    <a:pt x="1225" y="3874"/>
                  </a:lnTo>
                  <a:lnTo>
                    <a:pt x="1424" y="3940"/>
                  </a:lnTo>
                  <a:lnTo>
                    <a:pt x="1590" y="4007"/>
                  </a:lnTo>
                  <a:lnTo>
                    <a:pt x="1788" y="4040"/>
                  </a:lnTo>
                  <a:lnTo>
                    <a:pt x="2219" y="4040"/>
                  </a:lnTo>
                  <a:lnTo>
                    <a:pt x="2417" y="4007"/>
                  </a:lnTo>
                  <a:lnTo>
                    <a:pt x="2616" y="3940"/>
                  </a:lnTo>
                  <a:lnTo>
                    <a:pt x="2815" y="3874"/>
                  </a:lnTo>
                  <a:lnTo>
                    <a:pt x="3146" y="3709"/>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4940675" y="927625"/>
              <a:ext cx="101850" cy="101000"/>
            </a:xfrm>
            <a:custGeom>
              <a:avLst/>
              <a:gdLst/>
              <a:ahLst/>
              <a:cxnLst/>
              <a:rect l="l" t="t" r="r" b="b"/>
              <a:pathLst>
                <a:path w="4074" h="4040" extrusionOk="0">
                  <a:moveTo>
                    <a:pt x="1822" y="0"/>
                  </a:moveTo>
                  <a:lnTo>
                    <a:pt x="1623" y="33"/>
                  </a:lnTo>
                  <a:lnTo>
                    <a:pt x="1424" y="66"/>
                  </a:lnTo>
                  <a:lnTo>
                    <a:pt x="1259" y="133"/>
                  </a:lnTo>
                  <a:lnTo>
                    <a:pt x="895" y="331"/>
                  </a:lnTo>
                  <a:lnTo>
                    <a:pt x="597" y="596"/>
                  </a:lnTo>
                  <a:lnTo>
                    <a:pt x="365" y="894"/>
                  </a:lnTo>
                  <a:lnTo>
                    <a:pt x="166" y="1225"/>
                  </a:lnTo>
                  <a:lnTo>
                    <a:pt x="100" y="1424"/>
                  </a:lnTo>
                  <a:lnTo>
                    <a:pt x="67" y="1589"/>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589"/>
                  </a:lnTo>
                  <a:lnTo>
                    <a:pt x="3974" y="1424"/>
                  </a:lnTo>
                  <a:lnTo>
                    <a:pt x="3907" y="1225"/>
                  </a:lnTo>
                  <a:lnTo>
                    <a:pt x="3709" y="894"/>
                  </a:lnTo>
                  <a:lnTo>
                    <a:pt x="3477" y="596"/>
                  </a:lnTo>
                  <a:lnTo>
                    <a:pt x="3179" y="331"/>
                  </a:lnTo>
                  <a:lnTo>
                    <a:pt x="2815" y="133"/>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6160750" y="436775"/>
              <a:ext cx="101025" cy="101000"/>
            </a:xfrm>
            <a:custGeom>
              <a:avLst/>
              <a:gdLst/>
              <a:ahLst/>
              <a:cxnLst/>
              <a:rect l="l" t="t" r="r" b="b"/>
              <a:pathLst>
                <a:path w="4041" h="4040" extrusionOk="0">
                  <a:moveTo>
                    <a:pt x="1822" y="0"/>
                  </a:moveTo>
                  <a:lnTo>
                    <a:pt x="1623" y="33"/>
                  </a:lnTo>
                  <a:lnTo>
                    <a:pt x="1425" y="66"/>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9"/>
                  </a:lnTo>
                  <a:lnTo>
                    <a:pt x="1226" y="3874"/>
                  </a:lnTo>
                  <a:lnTo>
                    <a:pt x="1425" y="3940"/>
                  </a:lnTo>
                  <a:lnTo>
                    <a:pt x="1623" y="4007"/>
                  </a:lnTo>
                  <a:lnTo>
                    <a:pt x="1822" y="4040"/>
                  </a:lnTo>
                  <a:lnTo>
                    <a:pt x="2219" y="4040"/>
                  </a:lnTo>
                  <a:lnTo>
                    <a:pt x="2451" y="4007"/>
                  </a:lnTo>
                  <a:lnTo>
                    <a:pt x="2617" y="3940"/>
                  </a:lnTo>
                  <a:lnTo>
                    <a:pt x="2815" y="3874"/>
                  </a:lnTo>
                  <a:lnTo>
                    <a:pt x="3146" y="3709"/>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66"/>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4696500" y="927625"/>
              <a:ext cx="101000" cy="101000"/>
            </a:xfrm>
            <a:custGeom>
              <a:avLst/>
              <a:gdLst/>
              <a:ahLst/>
              <a:cxnLst/>
              <a:rect l="l" t="t" r="r" b="b"/>
              <a:pathLst>
                <a:path w="4040" h="4040" extrusionOk="0">
                  <a:moveTo>
                    <a:pt x="1821" y="0"/>
                  </a:moveTo>
                  <a:lnTo>
                    <a:pt x="1623" y="33"/>
                  </a:lnTo>
                  <a:lnTo>
                    <a:pt x="1424" y="66"/>
                  </a:lnTo>
                  <a:lnTo>
                    <a:pt x="1225" y="133"/>
                  </a:lnTo>
                  <a:lnTo>
                    <a:pt x="894" y="331"/>
                  </a:lnTo>
                  <a:lnTo>
                    <a:pt x="596" y="596"/>
                  </a:lnTo>
                  <a:lnTo>
                    <a:pt x="331" y="894"/>
                  </a:lnTo>
                  <a:lnTo>
                    <a:pt x="166" y="1225"/>
                  </a:lnTo>
                  <a:lnTo>
                    <a:pt x="100" y="1424"/>
                  </a:lnTo>
                  <a:lnTo>
                    <a:pt x="33" y="1589"/>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7" y="2417"/>
                  </a:lnTo>
                  <a:lnTo>
                    <a:pt x="4040" y="2219"/>
                  </a:lnTo>
                  <a:lnTo>
                    <a:pt x="4040" y="2020"/>
                  </a:lnTo>
                  <a:lnTo>
                    <a:pt x="4040" y="1821"/>
                  </a:lnTo>
                  <a:lnTo>
                    <a:pt x="4007" y="1589"/>
                  </a:lnTo>
                  <a:lnTo>
                    <a:pt x="3940" y="1424"/>
                  </a:lnTo>
                  <a:lnTo>
                    <a:pt x="3874" y="1225"/>
                  </a:lnTo>
                  <a:lnTo>
                    <a:pt x="3709" y="894"/>
                  </a:lnTo>
                  <a:lnTo>
                    <a:pt x="3444" y="596"/>
                  </a:lnTo>
                  <a:lnTo>
                    <a:pt x="3146" y="331"/>
                  </a:lnTo>
                  <a:lnTo>
                    <a:pt x="2815" y="133"/>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649950" y="927625"/>
              <a:ext cx="101000" cy="101000"/>
            </a:xfrm>
            <a:custGeom>
              <a:avLst/>
              <a:gdLst/>
              <a:ahLst/>
              <a:cxnLst/>
              <a:rect l="l" t="t" r="r" b="b"/>
              <a:pathLst>
                <a:path w="4040" h="4040" extrusionOk="0">
                  <a:moveTo>
                    <a:pt x="1822" y="0"/>
                  </a:moveTo>
                  <a:lnTo>
                    <a:pt x="1623" y="33"/>
                  </a:lnTo>
                  <a:lnTo>
                    <a:pt x="1424" y="100"/>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8"/>
                  </a:lnTo>
                  <a:lnTo>
                    <a:pt x="1226"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405775" y="927625"/>
              <a:ext cx="101000" cy="101000"/>
            </a:xfrm>
            <a:custGeom>
              <a:avLst/>
              <a:gdLst/>
              <a:ahLst/>
              <a:cxnLst/>
              <a:rect l="l" t="t" r="r" b="b"/>
              <a:pathLst>
                <a:path w="4040" h="4040" extrusionOk="0">
                  <a:moveTo>
                    <a:pt x="1788" y="0"/>
                  </a:moveTo>
                  <a:lnTo>
                    <a:pt x="1590" y="33"/>
                  </a:lnTo>
                  <a:lnTo>
                    <a:pt x="1424" y="100"/>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8"/>
                  </a:lnTo>
                  <a:lnTo>
                    <a:pt x="1225" y="3874"/>
                  </a:lnTo>
                  <a:lnTo>
                    <a:pt x="1424" y="3940"/>
                  </a:lnTo>
                  <a:lnTo>
                    <a:pt x="1590" y="4006"/>
                  </a:lnTo>
                  <a:lnTo>
                    <a:pt x="1788" y="4040"/>
                  </a:lnTo>
                  <a:lnTo>
                    <a:pt x="2219" y="4040"/>
                  </a:lnTo>
                  <a:lnTo>
                    <a:pt x="2417" y="4006"/>
                  </a:lnTo>
                  <a:lnTo>
                    <a:pt x="2616" y="3940"/>
                  </a:lnTo>
                  <a:lnTo>
                    <a:pt x="2815" y="3874"/>
                  </a:lnTo>
                  <a:lnTo>
                    <a:pt x="3146" y="3708"/>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6160750" y="92762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8"/>
                  </a:lnTo>
                  <a:lnTo>
                    <a:pt x="1226" y="3874"/>
                  </a:lnTo>
                  <a:lnTo>
                    <a:pt x="1425" y="3940"/>
                  </a:lnTo>
                  <a:lnTo>
                    <a:pt x="1623" y="4006"/>
                  </a:lnTo>
                  <a:lnTo>
                    <a:pt x="1822" y="4040"/>
                  </a:lnTo>
                  <a:lnTo>
                    <a:pt x="2219" y="4040"/>
                  </a:lnTo>
                  <a:lnTo>
                    <a:pt x="2451"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100"/>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915750" y="927625"/>
              <a:ext cx="101825" cy="101000"/>
            </a:xfrm>
            <a:custGeom>
              <a:avLst/>
              <a:gdLst/>
              <a:ahLst/>
              <a:cxnLst/>
              <a:rect l="l" t="t" r="r" b="b"/>
              <a:pathLst>
                <a:path w="4073" h="4040" extrusionOk="0">
                  <a:moveTo>
                    <a:pt x="1822" y="0"/>
                  </a:moveTo>
                  <a:lnTo>
                    <a:pt x="1623" y="33"/>
                  </a:lnTo>
                  <a:lnTo>
                    <a:pt x="1424" y="100"/>
                  </a:lnTo>
                  <a:lnTo>
                    <a:pt x="1259" y="166"/>
                  </a:lnTo>
                  <a:lnTo>
                    <a:pt x="894"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4"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623"/>
                  </a:lnTo>
                  <a:lnTo>
                    <a:pt x="3974" y="1424"/>
                  </a:lnTo>
                  <a:lnTo>
                    <a:pt x="3907"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671575" y="927625"/>
              <a:ext cx="101000" cy="101000"/>
            </a:xfrm>
            <a:custGeom>
              <a:avLst/>
              <a:gdLst/>
              <a:ahLst/>
              <a:cxnLst/>
              <a:rect l="l" t="t" r="r" b="b"/>
              <a:pathLst>
                <a:path w="4040" h="4040" extrusionOk="0">
                  <a:moveTo>
                    <a:pt x="1821" y="0"/>
                  </a:moveTo>
                  <a:lnTo>
                    <a:pt x="1623" y="33"/>
                  </a:lnTo>
                  <a:lnTo>
                    <a:pt x="1424" y="100"/>
                  </a:lnTo>
                  <a:lnTo>
                    <a:pt x="1225" y="166"/>
                  </a:lnTo>
                  <a:lnTo>
                    <a:pt x="894" y="331"/>
                  </a:lnTo>
                  <a:lnTo>
                    <a:pt x="596" y="596"/>
                  </a:lnTo>
                  <a:lnTo>
                    <a:pt x="331" y="894"/>
                  </a:lnTo>
                  <a:lnTo>
                    <a:pt x="166" y="1225"/>
                  </a:lnTo>
                  <a:lnTo>
                    <a:pt x="100" y="1424"/>
                  </a:lnTo>
                  <a:lnTo>
                    <a:pt x="33" y="1623"/>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6" y="2417"/>
                  </a:lnTo>
                  <a:lnTo>
                    <a:pt x="4040" y="2219"/>
                  </a:lnTo>
                  <a:lnTo>
                    <a:pt x="4040" y="2020"/>
                  </a:lnTo>
                  <a:lnTo>
                    <a:pt x="4040" y="1821"/>
                  </a:lnTo>
                  <a:lnTo>
                    <a:pt x="4006" y="1623"/>
                  </a:lnTo>
                  <a:lnTo>
                    <a:pt x="3940" y="1424"/>
                  </a:lnTo>
                  <a:lnTo>
                    <a:pt x="3874" y="1225"/>
                  </a:lnTo>
                  <a:lnTo>
                    <a:pt x="3709"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426550" y="927625"/>
              <a:ext cx="101850" cy="101000"/>
            </a:xfrm>
            <a:custGeom>
              <a:avLst/>
              <a:gdLst/>
              <a:ahLst/>
              <a:cxnLst/>
              <a:rect l="l" t="t" r="r" b="b"/>
              <a:pathLst>
                <a:path w="4074" h="4040" extrusionOk="0">
                  <a:moveTo>
                    <a:pt x="1822" y="0"/>
                  </a:moveTo>
                  <a:lnTo>
                    <a:pt x="1623" y="33"/>
                  </a:lnTo>
                  <a:lnTo>
                    <a:pt x="1425" y="100"/>
                  </a:lnTo>
                  <a:lnTo>
                    <a:pt x="1259" y="166"/>
                  </a:lnTo>
                  <a:lnTo>
                    <a:pt x="895"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5" y="3940"/>
                  </a:lnTo>
                  <a:lnTo>
                    <a:pt x="1623" y="4006"/>
                  </a:lnTo>
                  <a:lnTo>
                    <a:pt x="1822" y="4040"/>
                  </a:lnTo>
                  <a:lnTo>
                    <a:pt x="2252" y="4040"/>
                  </a:lnTo>
                  <a:lnTo>
                    <a:pt x="2451" y="4006"/>
                  </a:lnTo>
                  <a:lnTo>
                    <a:pt x="2650" y="3940"/>
                  </a:lnTo>
                  <a:lnTo>
                    <a:pt x="2815" y="3874"/>
                  </a:lnTo>
                  <a:lnTo>
                    <a:pt x="3179" y="3708"/>
                  </a:lnTo>
                  <a:lnTo>
                    <a:pt x="3477" y="3444"/>
                  </a:lnTo>
                  <a:lnTo>
                    <a:pt x="3709" y="3146"/>
                  </a:lnTo>
                  <a:lnTo>
                    <a:pt x="3908" y="2815"/>
                  </a:lnTo>
                  <a:lnTo>
                    <a:pt x="3974" y="2616"/>
                  </a:lnTo>
                  <a:lnTo>
                    <a:pt x="4007" y="2417"/>
                  </a:lnTo>
                  <a:lnTo>
                    <a:pt x="4040" y="2219"/>
                  </a:lnTo>
                  <a:lnTo>
                    <a:pt x="4073" y="2020"/>
                  </a:lnTo>
                  <a:lnTo>
                    <a:pt x="4040" y="1821"/>
                  </a:lnTo>
                  <a:lnTo>
                    <a:pt x="4007" y="1623"/>
                  </a:lnTo>
                  <a:lnTo>
                    <a:pt x="3974" y="1424"/>
                  </a:lnTo>
                  <a:lnTo>
                    <a:pt x="3908" y="1225"/>
                  </a:lnTo>
                  <a:lnTo>
                    <a:pt x="3709" y="894"/>
                  </a:lnTo>
                  <a:lnTo>
                    <a:pt x="3477" y="596"/>
                  </a:lnTo>
                  <a:lnTo>
                    <a:pt x="3179" y="331"/>
                  </a:lnTo>
                  <a:lnTo>
                    <a:pt x="2815" y="166"/>
                  </a:lnTo>
                  <a:lnTo>
                    <a:pt x="2650"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858"/>
        <p:cNvGrpSpPr/>
        <p:nvPr/>
      </p:nvGrpSpPr>
      <p:grpSpPr>
        <a:xfrm>
          <a:off x="0" y="0"/>
          <a:ext cx="0" cy="0"/>
          <a:chOff x="0" y="0"/>
          <a:chExt cx="0" cy="0"/>
        </a:xfrm>
      </p:grpSpPr>
      <p:grpSp>
        <p:nvGrpSpPr>
          <p:cNvPr id="859" name="Google Shape;859;p29"/>
          <p:cNvGrpSpPr/>
          <p:nvPr/>
        </p:nvGrpSpPr>
        <p:grpSpPr>
          <a:xfrm rot="-5400000" flipH="1">
            <a:off x="7603376" y="3591625"/>
            <a:ext cx="2054450" cy="591850"/>
            <a:chOff x="4696500" y="436775"/>
            <a:chExt cx="2054450" cy="591850"/>
          </a:xfrm>
        </p:grpSpPr>
        <p:sp>
          <p:nvSpPr>
            <p:cNvPr id="860" name="Google Shape;860;p29"/>
            <p:cNvSpPr/>
            <p:nvPr/>
          </p:nvSpPr>
          <p:spPr>
            <a:xfrm>
              <a:off x="6649950" y="680950"/>
              <a:ext cx="101000" cy="101850"/>
            </a:xfrm>
            <a:custGeom>
              <a:avLst/>
              <a:gdLst/>
              <a:ahLst/>
              <a:cxnLst/>
              <a:rect l="l" t="t" r="r" b="b"/>
              <a:pathLst>
                <a:path w="4040" h="4074" extrusionOk="0">
                  <a:moveTo>
                    <a:pt x="2020" y="1"/>
                  </a:moveTo>
                  <a:lnTo>
                    <a:pt x="1822" y="34"/>
                  </a:lnTo>
                  <a:lnTo>
                    <a:pt x="1623" y="67"/>
                  </a:lnTo>
                  <a:lnTo>
                    <a:pt x="1424" y="100"/>
                  </a:lnTo>
                  <a:lnTo>
                    <a:pt x="1226" y="166"/>
                  </a:lnTo>
                  <a:lnTo>
                    <a:pt x="895" y="365"/>
                  </a:lnTo>
                  <a:lnTo>
                    <a:pt x="597" y="597"/>
                  </a:lnTo>
                  <a:lnTo>
                    <a:pt x="365" y="895"/>
                  </a:lnTo>
                  <a:lnTo>
                    <a:pt x="166" y="1259"/>
                  </a:lnTo>
                  <a:lnTo>
                    <a:pt x="100" y="1424"/>
                  </a:lnTo>
                  <a:lnTo>
                    <a:pt x="34" y="1623"/>
                  </a:lnTo>
                  <a:lnTo>
                    <a:pt x="1" y="1822"/>
                  </a:lnTo>
                  <a:lnTo>
                    <a:pt x="1" y="2020"/>
                  </a:lnTo>
                  <a:lnTo>
                    <a:pt x="1" y="2252"/>
                  </a:lnTo>
                  <a:lnTo>
                    <a:pt x="34" y="2451"/>
                  </a:lnTo>
                  <a:lnTo>
                    <a:pt x="100" y="2649"/>
                  </a:lnTo>
                  <a:lnTo>
                    <a:pt x="166" y="2815"/>
                  </a:lnTo>
                  <a:lnTo>
                    <a:pt x="365" y="3179"/>
                  </a:lnTo>
                  <a:lnTo>
                    <a:pt x="597" y="3477"/>
                  </a:lnTo>
                  <a:lnTo>
                    <a:pt x="895" y="3709"/>
                  </a:lnTo>
                  <a:lnTo>
                    <a:pt x="1226" y="3908"/>
                  </a:lnTo>
                  <a:lnTo>
                    <a:pt x="1424" y="3974"/>
                  </a:lnTo>
                  <a:lnTo>
                    <a:pt x="1623" y="4007"/>
                  </a:lnTo>
                  <a:lnTo>
                    <a:pt x="1822" y="4040"/>
                  </a:lnTo>
                  <a:lnTo>
                    <a:pt x="2020" y="4073"/>
                  </a:lnTo>
                  <a:lnTo>
                    <a:pt x="2252" y="4040"/>
                  </a:lnTo>
                  <a:lnTo>
                    <a:pt x="2451" y="4007"/>
                  </a:lnTo>
                  <a:lnTo>
                    <a:pt x="2649" y="3974"/>
                  </a:lnTo>
                  <a:lnTo>
                    <a:pt x="2815" y="3908"/>
                  </a:lnTo>
                  <a:lnTo>
                    <a:pt x="3179" y="3709"/>
                  </a:lnTo>
                  <a:lnTo>
                    <a:pt x="3477"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77" y="597"/>
                  </a:lnTo>
                  <a:lnTo>
                    <a:pt x="3179" y="365"/>
                  </a:lnTo>
                  <a:lnTo>
                    <a:pt x="2815" y="166"/>
                  </a:lnTo>
                  <a:lnTo>
                    <a:pt x="2649" y="100"/>
                  </a:lnTo>
                  <a:lnTo>
                    <a:pt x="2451"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6649950" y="436775"/>
              <a:ext cx="101000" cy="101000"/>
            </a:xfrm>
            <a:custGeom>
              <a:avLst/>
              <a:gdLst/>
              <a:ahLst/>
              <a:cxnLst/>
              <a:rect l="l" t="t" r="r" b="b"/>
              <a:pathLst>
                <a:path w="4040" h="4040" extrusionOk="0">
                  <a:moveTo>
                    <a:pt x="1822" y="0"/>
                  </a:moveTo>
                  <a:lnTo>
                    <a:pt x="1623" y="33"/>
                  </a:lnTo>
                  <a:lnTo>
                    <a:pt x="1424" y="66"/>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9"/>
                  </a:lnTo>
                  <a:lnTo>
                    <a:pt x="1226" y="3874"/>
                  </a:lnTo>
                  <a:lnTo>
                    <a:pt x="1424" y="3940"/>
                  </a:lnTo>
                  <a:lnTo>
                    <a:pt x="1623" y="4007"/>
                  </a:lnTo>
                  <a:lnTo>
                    <a:pt x="1822" y="4040"/>
                  </a:lnTo>
                  <a:lnTo>
                    <a:pt x="2252" y="4040"/>
                  </a:lnTo>
                  <a:lnTo>
                    <a:pt x="2451" y="4007"/>
                  </a:lnTo>
                  <a:lnTo>
                    <a:pt x="2649" y="3940"/>
                  </a:lnTo>
                  <a:lnTo>
                    <a:pt x="2815" y="3874"/>
                  </a:lnTo>
                  <a:lnTo>
                    <a:pt x="3179" y="3709"/>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p:nvPr/>
          </p:nvSpPr>
          <p:spPr>
            <a:xfrm>
              <a:off x="5185675" y="927625"/>
              <a:ext cx="101025" cy="101000"/>
            </a:xfrm>
            <a:custGeom>
              <a:avLst/>
              <a:gdLst/>
              <a:ahLst/>
              <a:cxnLst/>
              <a:rect l="l" t="t" r="r" b="b"/>
              <a:pathLst>
                <a:path w="4041" h="4040" extrusionOk="0">
                  <a:moveTo>
                    <a:pt x="1822" y="0"/>
                  </a:moveTo>
                  <a:lnTo>
                    <a:pt x="1623" y="33"/>
                  </a:lnTo>
                  <a:lnTo>
                    <a:pt x="1425" y="66"/>
                  </a:lnTo>
                  <a:lnTo>
                    <a:pt x="1226" y="133"/>
                  </a:lnTo>
                  <a:lnTo>
                    <a:pt x="895" y="331"/>
                  </a:lnTo>
                  <a:lnTo>
                    <a:pt x="597" y="596"/>
                  </a:lnTo>
                  <a:lnTo>
                    <a:pt x="332" y="894"/>
                  </a:lnTo>
                  <a:lnTo>
                    <a:pt x="167" y="1225"/>
                  </a:lnTo>
                  <a:lnTo>
                    <a:pt x="100" y="1424"/>
                  </a:lnTo>
                  <a:lnTo>
                    <a:pt x="34" y="1589"/>
                  </a:lnTo>
                  <a:lnTo>
                    <a:pt x="1" y="1821"/>
                  </a:lnTo>
                  <a:lnTo>
                    <a:pt x="1" y="2020"/>
                  </a:lnTo>
                  <a:lnTo>
                    <a:pt x="1" y="2219"/>
                  </a:lnTo>
                  <a:lnTo>
                    <a:pt x="34" y="2417"/>
                  </a:lnTo>
                  <a:lnTo>
                    <a:pt x="100" y="2616"/>
                  </a:lnTo>
                  <a:lnTo>
                    <a:pt x="167" y="2815"/>
                  </a:lnTo>
                  <a:lnTo>
                    <a:pt x="332" y="3146"/>
                  </a:lnTo>
                  <a:lnTo>
                    <a:pt x="597" y="3444"/>
                  </a:lnTo>
                  <a:lnTo>
                    <a:pt x="895" y="3708"/>
                  </a:lnTo>
                  <a:lnTo>
                    <a:pt x="1226" y="3874"/>
                  </a:lnTo>
                  <a:lnTo>
                    <a:pt x="1425" y="3940"/>
                  </a:lnTo>
                  <a:lnTo>
                    <a:pt x="1623" y="4006"/>
                  </a:lnTo>
                  <a:lnTo>
                    <a:pt x="1822" y="4040"/>
                  </a:lnTo>
                  <a:lnTo>
                    <a:pt x="2219" y="4040"/>
                  </a:lnTo>
                  <a:lnTo>
                    <a:pt x="2418"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589"/>
                  </a:lnTo>
                  <a:lnTo>
                    <a:pt x="3974" y="1424"/>
                  </a:lnTo>
                  <a:lnTo>
                    <a:pt x="3908" y="1225"/>
                  </a:lnTo>
                  <a:lnTo>
                    <a:pt x="3709" y="894"/>
                  </a:lnTo>
                  <a:lnTo>
                    <a:pt x="3444" y="596"/>
                  </a:lnTo>
                  <a:lnTo>
                    <a:pt x="3146" y="331"/>
                  </a:lnTo>
                  <a:lnTo>
                    <a:pt x="2815" y="133"/>
                  </a:lnTo>
                  <a:lnTo>
                    <a:pt x="2617" y="66"/>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p:cNvSpPr/>
            <p:nvPr/>
          </p:nvSpPr>
          <p:spPr>
            <a:xfrm>
              <a:off x="6405775" y="680950"/>
              <a:ext cx="101000" cy="101850"/>
            </a:xfrm>
            <a:custGeom>
              <a:avLst/>
              <a:gdLst/>
              <a:ahLst/>
              <a:cxnLst/>
              <a:rect l="l" t="t" r="r" b="b"/>
              <a:pathLst>
                <a:path w="4040" h="4074" extrusionOk="0">
                  <a:moveTo>
                    <a:pt x="2020" y="1"/>
                  </a:moveTo>
                  <a:lnTo>
                    <a:pt x="1788" y="34"/>
                  </a:lnTo>
                  <a:lnTo>
                    <a:pt x="1590" y="67"/>
                  </a:lnTo>
                  <a:lnTo>
                    <a:pt x="1424" y="100"/>
                  </a:lnTo>
                  <a:lnTo>
                    <a:pt x="1225" y="166"/>
                  </a:lnTo>
                  <a:lnTo>
                    <a:pt x="894" y="365"/>
                  </a:lnTo>
                  <a:lnTo>
                    <a:pt x="563" y="597"/>
                  </a:lnTo>
                  <a:lnTo>
                    <a:pt x="331" y="895"/>
                  </a:lnTo>
                  <a:lnTo>
                    <a:pt x="133" y="1259"/>
                  </a:lnTo>
                  <a:lnTo>
                    <a:pt x="67" y="1424"/>
                  </a:lnTo>
                  <a:lnTo>
                    <a:pt x="33" y="1623"/>
                  </a:lnTo>
                  <a:lnTo>
                    <a:pt x="0" y="1822"/>
                  </a:lnTo>
                  <a:lnTo>
                    <a:pt x="0" y="2020"/>
                  </a:lnTo>
                  <a:lnTo>
                    <a:pt x="0" y="2252"/>
                  </a:lnTo>
                  <a:lnTo>
                    <a:pt x="33" y="2451"/>
                  </a:lnTo>
                  <a:lnTo>
                    <a:pt x="67" y="2649"/>
                  </a:lnTo>
                  <a:lnTo>
                    <a:pt x="133" y="2815"/>
                  </a:lnTo>
                  <a:lnTo>
                    <a:pt x="331" y="3179"/>
                  </a:lnTo>
                  <a:lnTo>
                    <a:pt x="563" y="3477"/>
                  </a:lnTo>
                  <a:lnTo>
                    <a:pt x="894" y="3709"/>
                  </a:lnTo>
                  <a:lnTo>
                    <a:pt x="1225" y="3908"/>
                  </a:lnTo>
                  <a:lnTo>
                    <a:pt x="1424" y="3974"/>
                  </a:lnTo>
                  <a:lnTo>
                    <a:pt x="1590" y="4007"/>
                  </a:lnTo>
                  <a:lnTo>
                    <a:pt x="1788" y="4040"/>
                  </a:lnTo>
                  <a:lnTo>
                    <a:pt x="2020" y="4073"/>
                  </a:lnTo>
                  <a:lnTo>
                    <a:pt x="2219" y="4040"/>
                  </a:lnTo>
                  <a:lnTo>
                    <a:pt x="2417" y="4007"/>
                  </a:lnTo>
                  <a:lnTo>
                    <a:pt x="2616" y="3974"/>
                  </a:lnTo>
                  <a:lnTo>
                    <a:pt x="2815" y="3908"/>
                  </a:lnTo>
                  <a:lnTo>
                    <a:pt x="3146" y="3709"/>
                  </a:lnTo>
                  <a:lnTo>
                    <a:pt x="3444" y="3477"/>
                  </a:lnTo>
                  <a:lnTo>
                    <a:pt x="3676" y="3179"/>
                  </a:lnTo>
                  <a:lnTo>
                    <a:pt x="3874" y="2815"/>
                  </a:lnTo>
                  <a:lnTo>
                    <a:pt x="3940" y="2649"/>
                  </a:lnTo>
                  <a:lnTo>
                    <a:pt x="4007" y="2451"/>
                  </a:lnTo>
                  <a:lnTo>
                    <a:pt x="4040" y="2252"/>
                  </a:lnTo>
                  <a:lnTo>
                    <a:pt x="4040" y="2020"/>
                  </a:lnTo>
                  <a:lnTo>
                    <a:pt x="4040" y="1822"/>
                  </a:lnTo>
                  <a:lnTo>
                    <a:pt x="4007" y="1623"/>
                  </a:lnTo>
                  <a:lnTo>
                    <a:pt x="3940" y="1424"/>
                  </a:lnTo>
                  <a:lnTo>
                    <a:pt x="3874" y="1259"/>
                  </a:lnTo>
                  <a:lnTo>
                    <a:pt x="3676" y="895"/>
                  </a:lnTo>
                  <a:lnTo>
                    <a:pt x="3444" y="597"/>
                  </a:lnTo>
                  <a:lnTo>
                    <a:pt x="3146" y="365"/>
                  </a:lnTo>
                  <a:lnTo>
                    <a:pt x="2815" y="166"/>
                  </a:lnTo>
                  <a:lnTo>
                    <a:pt x="2616" y="100"/>
                  </a:lnTo>
                  <a:lnTo>
                    <a:pt x="2417"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p:cNvSpPr/>
            <p:nvPr/>
          </p:nvSpPr>
          <p:spPr>
            <a:xfrm>
              <a:off x="6160750" y="680950"/>
              <a:ext cx="101025" cy="101850"/>
            </a:xfrm>
            <a:custGeom>
              <a:avLst/>
              <a:gdLst/>
              <a:ahLst/>
              <a:cxnLst/>
              <a:rect l="l" t="t" r="r" b="b"/>
              <a:pathLst>
                <a:path w="4041" h="4074" extrusionOk="0">
                  <a:moveTo>
                    <a:pt x="2021" y="1"/>
                  </a:moveTo>
                  <a:lnTo>
                    <a:pt x="1822" y="34"/>
                  </a:lnTo>
                  <a:lnTo>
                    <a:pt x="1623" y="67"/>
                  </a:lnTo>
                  <a:lnTo>
                    <a:pt x="1425" y="100"/>
                  </a:lnTo>
                  <a:lnTo>
                    <a:pt x="1226" y="166"/>
                  </a:lnTo>
                  <a:lnTo>
                    <a:pt x="895" y="365"/>
                  </a:lnTo>
                  <a:lnTo>
                    <a:pt x="597" y="597"/>
                  </a:lnTo>
                  <a:lnTo>
                    <a:pt x="332" y="895"/>
                  </a:lnTo>
                  <a:lnTo>
                    <a:pt x="166" y="1259"/>
                  </a:lnTo>
                  <a:lnTo>
                    <a:pt x="100" y="1424"/>
                  </a:lnTo>
                  <a:lnTo>
                    <a:pt x="34" y="1623"/>
                  </a:lnTo>
                  <a:lnTo>
                    <a:pt x="1" y="1822"/>
                  </a:lnTo>
                  <a:lnTo>
                    <a:pt x="1" y="2020"/>
                  </a:lnTo>
                  <a:lnTo>
                    <a:pt x="1" y="2252"/>
                  </a:lnTo>
                  <a:lnTo>
                    <a:pt x="34" y="2451"/>
                  </a:lnTo>
                  <a:lnTo>
                    <a:pt x="100" y="2649"/>
                  </a:lnTo>
                  <a:lnTo>
                    <a:pt x="166" y="2815"/>
                  </a:lnTo>
                  <a:lnTo>
                    <a:pt x="332" y="3179"/>
                  </a:lnTo>
                  <a:lnTo>
                    <a:pt x="597" y="3477"/>
                  </a:lnTo>
                  <a:lnTo>
                    <a:pt x="895" y="3709"/>
                  </a:lnTo>
                  <a:lnTo>
                    <a:pt x="1226" y="3908"/>
                  </a:lnTo>
                  <a:lnTo>
                    <a:pt x="1425" y="3974"/>
                  </a:lnTo>
                  <a:lnTo>
                    <a:pt x="1623" y="4007"/>
                  </a:lnTo>
                  <a:lnTo>
                    <a:pt x="1822" y="4040"/>
                  </a:lnTo>
                  <a:lnTo>
                    <a:pt x="2021" y="4073"/>
                  </a:lnTo>
                  <a:lnTo>
                    <a:pt x="2219" y="4040"/>
                  </a:lnTo>
                  <a:lnTo>
                    <a:pt x="2451" y="4007"/>
                  </a:lnTo>
                  <a:lnTo>
                    <a:pt x="2617" y="3974"/>
                  </a:lnTo>
                  <a:lnTo>
                    <a:pt x="2815" y="3908"/>
                  </a:lnTo>
                  <a:lnTo>
                    <a:pt x="3146" y="3709"/>
                  </a:lnTo>
                  <a:lnTo>
                    <a:pt x="3444"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44" y="597"/>
                  </a:lnTo>
                  <a:lnTo>
                    <a:pt x="3146" y="365"/>
                  </a:lnTo>
                  <a:lnTo>
                    <a:pt x="2815" y="166"/>
                  </a:lnTo>
                  <a:lnTo>
                    <a:pt x="2617" y="100"/>
                  </a:lnTo>
                  <a:lnTo>
                    <a:pt x="2451" y="67"/>
                  </a:lnTo>
                  <a:lnTo>
                    <a:pt x="2219" y="34"/>
                  </a:lnTo>
                  <a:lnTo>
                    <a:pt x="20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p:cNvSpPr/>
            <p:nvPr/>
          </p:nvSpPr>
          <p:spPr>
            <a:xfrm>
              <a:off x="6405775" y="436775"/>
              <a:ext cx="101000" cy="101000"/>
            </a:xfrm>
            <a:custGeom>
              <a:avLst/>
              <a:gdLst/>
              <a:ahLst/>
              <a:cxnLst/>
              <a:rect l="l" t="t" r="r" b="b"/>
              <a:pathLst>
                <a:path w="4040" h="4040" extrusionOk="0">
                  <a:moveTo>
                    <a:pt x="1788" y="0"/>
                  </a:moveTo>
                  <a:lnTo>
                    <a:pt x="1590" y="33"/>
                  </a:lnTo>
                  <a:lnTo>
                    <a:pt x="1424" y="66"/>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9"/>
                  </a:lnTo>
                  <a:lnTo>
                    <a:pt x="1225" y="3874"/>
                  </a:lnTo>
                  <a:lnTo>
                    <a:pt x="1424" y="3940"/>
                  </a:lnTo>
                  <a:lnTo>
                    <a:pt x="1590" y="4007"/>
                  </a:lnTo>
                  <a:lnTo>
                    <a:pt x="1788" y="4040"/>
                  </a:lnTo>
                  <a:lnTo>
                    <a:pt x="2219" y="4040"/>
                  </a:lnTo>
                  <a:lnTo>
                    <a:pt x="2417" y="4007"/>
                  </a:lnTo>
                  <a:lnTo>
                    <a:pt x="2616" y="3940"/>
                  </a:lnTo>
                  <a:lnTo>
                    <a:pt x="2815" y="3874"/>
                  </a:lnTo>
                  <a:lnTo>
                    <a:pt x="3146" y="3709"/>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p:cNvSpPr/>
            <p:nvPr/>
          </p:nvSpPr>
          <p:spPr>
            <a:xfrm>
              <a:off x="4940675" y="927625"/>
              <a:ext cx="101850" cy="101000"/>
            </a:xfrm>
            <a:custGeom>
              <a:avLst/>
              <a:gdLst/>
              <a:ahLst/>
              <a:cxnLst/>
              <a:rect l="l" t="t" r="r" b="b"/>
              <a:pathLst>
                <a:path w="4074" h="4040" extrusionOk="0">
                  <a:moveTo>
                    <a:pt x="1822" y="0"/>
                  </a:moveTo>
                  <a:lnTo>
                    <a:pt x="1623" y="33"/>
                  </a:lnTo>
                  <a:lnTo>
                    <a:pt x="1424" y="66"/>
                  </a:lnTo>
                  <a:lnTo>
                    <a:pt x="1259" y="133"/>
                  </a:lnTo>
                  <a:lnTo>
                    <a:pt x="895" y="331"/>
                  </a:lnTo>
                  <a:lnTo>
                    <a:pt x="597" y="596"/>
                  </a:lnTo>
                  <a:lnTo>
                    <a:pt x="365" y="894"/>
                  </a:lnTo>
                  <a:lnTo>
                    <a:pt x="166" y="1225"/>
                  </a:lnTo>
                  <a:lnTo>
                    <a:pt x="100" y="1424"/>
                  </a:lnTo>
                  <a:lnTo>
                    <a:pt x="67" y="1589"/>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589"/>
                  </a:lnTo>
                  <a:lnTo>
                    <a:pt x="3974" y="1424"/>
                  </a:lnTo>
                  <a:lnTo>
                    <a:pt x="3907" y="1225"/>
                  </a:lnTo>
                  <a:lnTo>
                    <a:pt x="3709" y="894"/>
                  </a:lnTo>
                  <a:lnTo>
                    <a:pt x="3477" y="596"/>
                  </a:lnTo>
                  <a:lnTo>
                    <a:pt x="3179" y="331"/>
                  </a:lnTo>
                  <a:lnTo>
                    <a:pt x="2815" y="133"/>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p:cNvSpPr/>
            <p:nvPr/>
          </p:nvSpPr>
          <p:spPr>
            <a:xfrm>
              <a:off x="6160750" y="436775"/>
              <a:ext cx="101025" cy="101000"/>
            </a:xfrm>
            <a:custGeom>
              <a:avLst/>
              <a:gdLst/>
              <a:ahLst/>
              <a:cxnLst/>
              <a:rect l="l" t="t" r="r" b="b"/>
              <a:pathLst>
                <a:path w="4041" h="4040" extrusionOk="0">
                  <a:moveTo>
                    <a:pt x="1822" y="0"/>
                  </a:moveTo>
                  <a:lnTo>
                    <a:pt x="1623" y="33"/>
                  </a:lnTo>
                  <a:lnTo>
                    <a:pt x="1425" y="66"/>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9"/>
                  </a:lnTo>
                  <a:lnTo>
                    <a:pt x="1226" y="3874"/>
                  </a:lnTo>
                  <a:lnTo>
                    <a:pt x="1425" y="3940"/>
                  </a:lnTo>
                  <a:lnTo>
                    <a:pt x="1623" y="4007"/>
                  </a:lnTo>
                  <a:lnTo>
                    <a:pt x="1822" y="4040"/>
                  </a:lnTo>
                  <a:lnTo>
                    <a:pt x="2219" y="4040"/>
                  </a:lnTo>
                  <a:lnTo>
                    <a:pt x="2451" y="4007"/>
                  </a:lnTo>
                  <a:lnTo>
                    <a:pt x="2617" y="3940"/>
                  </a:lnTo>
                  <a:lnTo>
                    <a:pt x="2815" y="3874"/>
                  </a:lnTo>
                  <a:lnTo>
                    <a:pt x="3146" y="3709"/>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66"/>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p:cNvSpPr/>
            <p:nvPr/>
          </p:nvSpPr>
          <p:spPr>
            <a:xfrm>
              <a:off x="4696500" y="927625"/>
              <a:ext cx="101000" cy="101000"/>
            </a:xfrm>
            <a:custGeom>
              <a:avLst/>
              <a:gdLst/>
              <a:ahLst/>
              <a:cxnLst/>
              <a:rect l="l" t="t" r="r" b="b"/>
              <a:pathLst>
                <a:path w="4040" h="4040" extrusionOk="0">
                  <a:moveTo>
                    <a:pt x="1821" y="0"/>
                  </a:moveTo>
                  <a:lnTo>
                    <a:pt x="1623" y="33"/>
                  </a:lnTo>
                  <a:lnTo>
                    <a:pt x="1424" y="66"/>
                  </a:lnTo>
                  <a:lnTo>
                    <a:pt x="1225" y="133"/>
                  </a:lnTo>
                  <a:lnTo>
                    <a:pt x="894" y="331"/>
                  </a:lnTo>
                  <a:lnTo>
                    <a:pt x="596" y="596"/>
                  </a:lnTo>
                  <a:lnTo>
                    <a:pt x="331" y="894"/>
                  </a:lnTo>
                  <a:lnTo>
                    <a:pt x="166" y="1225"/>
                  </a:lnTo>
                  <a:lnTo>
                    <a:pt x="100" y="1424"/>
                  </a:lnTo>
                  <a:lnTo>
                    <a:pt x="33" y="1589"/>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7" y="2417"/>
                  </a:lnTo>
                  <a:lnTo>
                    <a:pt x="4040" y="2219"/>
                  </a:lnTo>
                  <a:lnTo>
                    <a:pt x="4040" y="2020"/>
                  </a:lnTo>
                  <a:lnTo>
                    <a:pt x="4040" y="1821"/>
                  </a:lnTo>
                  <a:lnTo>
                    <a:pt x="4007" y="1589"/>
                  </a:lnTo>
                  <a:lnTo>
                    <a:pt x="3940" y="1424"/>
                  </a:lnTo>
                  <a:lnTo>
                    <a:pt x="3874" y="1225"/>
                  </a:lnTo>
                  <a:lnTo>
                    <a:pt x="3709" y="894"/>
                  </a:lnTo>
                  <a:lnTo>
                    <a:pt x="3444" y="596"/>
                  </a:lnTo>
                  <a:lnTo>
                    <a:pt x="3146" y="331"/>
                  </a:lnTo>
                  <a:lnTo>
                    <a:pt x="2815" y="133"/>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p:cNvSpPr/>
            <p:nvPr/>
          </p:nvSpPr>
          <p:spPr>
            <a:xfrm>
              <a:off x="6649950" y="927625"/>
              <a:ext cx="101000" cy="101000"/>
            </a:xfrm>
            <a:custGeom>
              <a:avLst/>
              <a:gdLst/>
              <a:ahLst/>
              <a:cxnLst/>
              <a:rect l="l" t="t" r="r" b="b"/>
              <a:pathLst>
                <a:path w="4040" h="4040" extrusionOk="0">
                  <a:moveTo>
                    <a:pt x="1822" y="0"/>
                  </a:moveTo>
                  <a:lnTo>
                    <a:pt x="1623" y="33"/>
                  </a:lnTo>
                  <a:lnTo>
                    <a:pt x="1424" y="100"/>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8"/>
                  </a:lnTo>
                  <a:lnTo>
                    <a:pt x="1226"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p:cNvSpPr/>
            <p:nvPr/>
          </p:nvSpPr>
          <p:spPr>
            <a:xfrm>
              <a:off x="6405775" y="927625"/>
              <a:ext cx="101000" cy="101000"/>
            </a:xfrm>
            <a:custGeom>
              <a:avLst/>
              <a:gdLst/>
              <a:ahLst/>
              <a:cxnLst/>
              <a:rect l="l" t="t" r="r" b="b"/>
              <a:pathLst>
                <a:path w="4040" h="4040" extrusionOk="0">
                  <a:moveTo>
                    <a:pt x="1788" y="0"/>
                  </a:moveTo>
                  <a:lnTo>
                    <a:pt x="1590" y="33"/>
                  </a:lnTo>
                  <a:lnTo>
                    <a:pt x="1424" y="100"/>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8"/>
                  </a:lnTo>
                  <a:lnTo>
                    <a:pt x="1225" y="3874"/>
                  </a:lnTo>
                  <a:lnTo>
                    <a:pt x="1424" y="3940"/>
                  </a:lnTo>
                  <a:lnTo>
                    <a:pt x="1590" y="4006"/>
                  </a:lnTo>
                  <a:lnTo>
                    <a:pt x="1788" y="4040"/>
                  </a:lnTo>
                  <a:lnTo>
                    <a:pt x="2219" y="4040"/>
                  </a:lnTo>
                  <a:lnTo>
                    <a:pt x="2417" y="4006"/>
                  </a:lnTo>
                  <a:lnTo>
                    <a:pt x="2616" y="3940"/>
                  </a:lnTo>
                  <a:lnTo>
                    <a:pt x="2815" y="3874"/>
                  </a:lnTo>
                  <a:lnTo>
                    <a:pt x="3146" y="3708"/>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p:cNvSpPr/>
            <p:nvPr/>
          </p:nvSpPr>
          <p:spPr>
            <a:xfrm>
              <a:off x="6160750" y="92762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8"/>
                  </a:lnTo>
                  <a:lnTo>
                    <a:pt x="1226" y="3874"/>
                  </a:lnTo>
                  <a:lnTo>
                    <a:pt x="1425" y="3940"/>
                  </a:lnTo>
                  <a:lnTo>
                    <a:pt x="1623" y="4006"/>
                  </a:lnTo>
                  <a:lnTo>
                    <a:pt x="1822" y="4040"/>
                  </a:lnTo>
                  <a:lnTo>
                    <a:pt x="2219" y="4040"/>
                  </a:lnTo>
                  <a:lnTo>
                    <a:pt x="2451"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100"/>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p:cNvSpPr/>
            <p:nvPr/>
          </p:nvSpPr>
          <p:spPr>
            <a:xfrm>
              <a:off x="5915750" y="927625"/>
              <a:ext cx="101825" cy="101000"/>
            </a:xfrm>
            <a:custGeom>
              <a:avLst/>
              <a:gdLst/>
              <a:ahLst/>
              <a:cxnLst/>
              <a:rect l="l" t="t" r="r" b="b"/>
              <a:pathLst>
                <a:path w="4073" h="4040" extrusionOk="0">
                  <a:moveTo>
                    <a:pt x="1822" y="0"/>
                  </a:moveTo>
                  <a:lnTo>
                    <a:pt x="1623" y="33"/>
                  </a:lnTo>
                  <a:lnTo>
                    <a:pt x="1424" y="100"/>
                  </a:lnTo>
                  <a:lnTo>
                    <a:pt x="1259" y="166"/>
                  </a:lnTo>
                  <a:lnTo>
                    <a:pt x="894"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4"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623"/>
                  </a:lnTo>
                  <a:lnTo>
                    <a:pt x="3974" y="1424"/>
                  </a:lnTo>
                  <a:lnTo>
                    <a:pt x="3907"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p:cNvSpPr/>
            <p:nvPr/>
          </p:nvSpPr>
          <p:spPr>
            <a:xfrm>
              <a:off x="5671575" y="927625"/>
              <a:ext cx="101000" cy="101000"/>
            </a:xfrm>
            <a:custGeom>
              <a:avLst/>
              <a:gdLst/>
              <a:ahLst/>
              <a:cxnLst/>
              <a:rect l="l" t="t" r="r" b="b"/>
              <a:pathLst>
                <a:path w="4040" h="4040" extrusionOk="0">
                  <a:moveTo>
                    <a:pt x="1821" y="0"/>
                  </a:moveTo>
                  <a:lnTo>
                    <a:pt x="1623" y="33"/>
                  </a:lnTo>
                  <a:lnTo>
                    <a:pt x="1424" y="100"/>
                  </a:lnTo>
                  <a:lnTo>
                    <a:pt x="1225" y="166"/>
                  </a:lnTo>
                  <a:lnTo>
                    <a:pt x="894" y="331"/>
                  </a:lnTo>
                  <a:lnTo>
                    <a:pt x="596" y="596"/>
                  </a:lnTo>
                  <a:lnTo>
                    <a:pt x="331" y="894"/>
                  </a:lnTo>
                  <a:lnTo>
                    <a:pt x="166" y="1225"/>
                  </a:lnTo>
                  <a:lnTo>
                    <a:pt x="100" y="1424"/>
                  </a:lnTo>
                  <a:lnTo>
                    <a:pt x="33" y="1623"/>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6" y="2417"/>
                  </a:lnTo>
                  <a:lnTo>
                    <a:pt x="4040" y="2219"/>
                  </a:lnTo>
                  <a:lnTo>
                    <a:pt x="4040" y="2020"/>
                  </a:lnTo>
                  <a:lnTo>
                    <a:pt x="4040" y="1821"/>
                  </a:lnTo>
                  <a:lnTo>
                    <a:pt x="4006" y="1623"/>
                  </a:lnTo>
                  <a:lnTo>
                    <a:pt x="3940" y="1424"/>
                  </a:lnTo>
                  <a:lnTo>
                    <a:pt x="3874" y="1225"/>
                  </a:lnTo>
                  <a:lnTo>
                    <a:pt x="3709"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p:cNvSpPr/>
            <p:nvPr/>
          </p:nvSpPr>
          <p:spPr>
            <a:xfrm>
              <a:off x="5426550" y="927625"/>
              <a:ext cx="101850" cy="101000"/>
            </a:xfrm>
            <a:custGeom>
              <a:avLst/>
              <a:gdLst/>
              <a:ahLst/>
              <a:cxnLst/>
              <a:rect l="l" t="t" r="r" b="b"/>
              <a:pathLst>
                <a:path w="4074" h="4040" extrusionOk="0">
                  <a:moveTo>
                    <a:pt x="1822" y="0"/>
                  </a:moveTo>
                  <a:lnTo>
                    <a:pt x="1623" y="33"/>
                  </a:lnTo>
                  <a:lnTo>
                    <a:pt x="1425" y="100"/>
                  </a:lnTo>
                  <a:lnTo>
                    <a:pt x="1259" y="166"/>
                  </a:lnTo>
                  <a:lnTo>
                    <a:pt x="895"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5" y="3940"/>
                  </a:lnTo>
                  <a:lnTo>
                    <a:pt x="1623" y="4006"/>
                  </a:lnTo>
                  <a:lnTo>
                    <a:pt x="1822" y="4040"/>
                  </a:lnTo>
                  <a:lnTo>
                    <a:pt x="2252" y="4040"/>
                  </a:lnTo>
                  <a:lnTo>
                    <a:pt x="2451" y="4006"/>
                  </a:lnTo>
                  <a:lnTo>
                    <a:pt x="2650" y="3940"/>
                  </a:lnTo>
                  <a:lnTo>
                    <a:pt x="2815" y="3874"/>
                  </a:lnTo>
                  <a:lnTo>
                    <a:pt x="3179" y="3708"/>
                  </a:lnTo>
                  <a:lnTo>
                    <a:pt x="3477" y="3444"/>
                  </a:lnTo>
                  <a:lnTo>
                    <a:pt x="3709" y="3146"/>
                  </a:lnTo>
                  <a:lnTo>
                    <a:pt x="3908" y="2815"/>
                  </a:lnTo>
                  <a:lnTo>
                    <a:pt x="3974" y="2616"/>
                  </a:lnTo>
                  <a:lnTo>
                    <a:pt x="4007" y="2417"/>
                  </a:lnTo>
                  <a:lnTo>
                    <a:pt x="4040" y="2219"/>
                  </a:lnTo>
                  <a:lnTo>
                    <a:pt x="4073" y="2020"/>
                  </a:lnTo>
                  <a:lnTo>
                    <a:pt x="4040" y="1821"/>
                  </a:lnTo>
                  <a:lnTo>
                    <a:pt x="4007" y="1623"/>
                  </a:lnTo>
                  <a:lnTo>
                    <a:pt x="3974" y="1424"/>
                  </a:lnTo>
                  <a:lnTo>
                    <a:pt x="3908" y="1225"/>
                  </a:lnTo>
                  <a:lnTo>
                    <a:pt x="3709" y="894"/>
                  </a:lnTo>
                  <a:lnTo>
                    <a:pt x="3477" y="596"/>
                  </a:lnTo>
                  <a:lnTo>
                    <a:pt x="3179" y="331"/>
                  </a:lnTo>
                  <a:lnTo>
                    <a:pt x="2815" y="166"/>
                  </a:lnTo>
                  <a:lnTo>
                    <a:pt x="2650"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29"/>
          <p:cNvGrpSpPr/>
          <p:nvPr/>
        </p:nvGrpSpPr>
        <p:grpSpPr>
          <a:xfrm rot="-5400000" flipH="1">
            <a:off x="8092163" y="694863"/>
            <a:ext cx="1321075" cy="347650"/>
            <a:chOff x="877325" y="238125"/>
            <a:chExt cx="1321075" cy="347650"/>
          </a:xfrm>
        </p:grpSpPr>
        <p:sp>
          <p:nvSpPr>
            <p:cNvPr id="876" name="Google Shape;876;p29"/>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8" name="Google Shape;888;p29"/>
          <p:cNvSpPr/>
          <p:nvPr/>
        </p:nvSpPr>
        <p:spPr>
          <a:xfrm rot="10800000" flipH="1">
            <a:off x="-12" y="4334250"/>
            <a:ext cx="1614938" cy="714166"/>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9" name="Google Shape;889;p29"/>
          <p:cNvGrpSpPr/>
          <p:nvPr/>
        </p:nvGrpSpPr>
        <p:grpSpPr>
          <a:xfrm rot="-5400000" flipH="1">
            <a:off x="-246987" y="694863"/>
            <a:ext cx="1321075" cy="347650"/>
            <a:chOff x="877325" y="238125"/>
            <a:chExt cx="1321075" cy="347650"/>
          </a:xfrm>
        </p:grpSpPr>
        <p:sp>
          <p:nvSpPr>
            <p:cNvPr id="890" name="Google Shape;890;p29"/>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02"/>
        <p:cNvGrpSpPr/>
        <p:nvPr/>
      </p:nvGrpSpPr>
      <p:grpSpPr>
        <a:xfrm>
          <a:off x="0" y="0"/>
          <a:ext cx="0" cy="0"/>
          <a:chOff x="0" y="0"/>
          <a:chExt cx="0" cy="0"/>
        </a:xfrm>
      </p:grpSpPr>
      <p:grpSp>
        <p:nvGrpSpPr>
          <p:cNvPr id="903" name="Google Shape;903;p30"/>
          <p:cNvGrpSpPr/>
          <p:nvPr/>
        </p:nvGrpSpPr>
        <p:grpSpPr>
          <a:xfrm rot="-5400000">
            <a:off x="7755776" y="1073092"/>
            <a:ext cx="2054450" cy="591850"/>
            <a:chOff x="4696500" y="436775"/>
            <a:chExt cx="2054450" cy="591850"/>
          </a:xfrm>
        </p:grpSpPr>
        <p:sp>
          <p:nvSpPr>
            <p:cNvPr id="904" name="Google Shape;904;p30"/>
            <p:cNvSpPr/>
            <p:nvPr/>
          </p:nvSpPr>
          <p:spPr>
            <a:xfrm>
              <a:off x="6649950" y="680950"/>
              <a:ext cx="101000" cy="101850"/>
            </a:xfrm>
            <a:custGeom>
              <a:avLst/>
              <a:gdLst/>
              <a:ahLst/>
              <a:cxnLst/>
              <a:rect l="l" t="t" r="r" b="b"/>
              <a:pathLst>
                <a:path w="4040" h="4074" extrusionOk="0">
                  <a:moveTo>
                    <a:pt x="2020" y="1"/>
                  </a:moveTo>
                  <a:lnTo>
                    <a:pt x="1822" y="34"/>
                  </a:lnTo>
                  <a:lnTo>
                    <a:pt x="1623" y="67"/>
                  </a:lnTo>
                  <a:lnTo>
                    <a:pt x="1424" y="100"/>
                  </a:lnTo>
                  <a:lnTo>
                    <a:pt x="1226" y="166"/>
                  </a:lnTo>
                  <a:lnTo>
                    <a:pt x="895" y="365"/>
                  </a:lnTo>
                  <a:lnTo>
                    <a:pt x="597" y="597"/>
                  </a:lnTo>
                  <a:lnTo>
                    <a:pt x="365" y="895"/>
                  </a:lnTo>
                  <a:lnTo>
                    <a:pt x="166" y="1259"/>
                  </a:lnTo>
                  <a:lnTo>
                    <a:pt x="100" y="1424"/>
                  </a:lnTo>
                  <a:lnTo>
                    <a:pt x="34" y="1623"/>
                  </a:lnTo>
                  <a:lnTo>
                    <a:pt x="1" y="1822"/>
                  </a:lnTo>
                  <a:lnTo>
                    <a:pt x="1" y="2020"/>
                  </a:lnTo>
                  <a:lnTo>
                    <a:pt x="1" y="2252"/>
                  </a:lnTo>
                  <a:lnTo>
                    <a:pt x="34" y="2451"/>
                  </a:lnTo>
                  <a:lnTo>
                    <a:pt x="100" y="2649"/>
                  </a:lnTo>
                  <a:lnTo>
                    <a:pt x="166" y="2815"/>
                  </a:lnTo>
                  <a:lnTo>
                    <a:pt x="365" y="3179"/>
                  </a:lnTo>
                  <a:lnTo>
                    <a:pt x="597" y="3477"/>
                  </a:lnTo>
                  <a:lnTo>
                    <a:pt x="895" y="3709"/>
                  </a:lnTo>
                  <a:lnTo>
                    <a:pt x="1226" y="3908"/>
                  </a:lnTo>
                  <a:lnTo>
                    <a:pt x="1424" y="3974"/>
                  </a:lnTo>
                  <a:lnTo>
                    <a:pt x="1623" y="4007"/>
                  </a:lnTo>
                  <a:lnTo>
                    <a:pt x="1822" y="4040"/>
                  </a:lnTo>
                  <a:lnTo>
                    <a:pt x="2020" y="4073"/>
                  </a:lnTo>
                  <a:lnTo>
                    <a:pt x="2252" y="4040"/>
                  </a:lnTo>
                  <a:lnTo>
                    <a:pt x="2451" y="4007"/>
                  </a:lnTo>
                  <a:lnTo>
                    <a:pt x="2649" y="3974"/>
                  </a:lnTo>
                  <a:lnTo>
                    <a:pt x="2815" y="3908"/>
                  </a:lnTo>
                  <a:lnTo>
                    <a:pt x="3179" y="3709"/>
                  </a:lnTo>
                  <a:lnTo>
                    <a:pt x="3477"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77" y="597"/>
                  </a:lnTo>
                  <a:lnTo>
                    <a:pt x="3179" y="365"/>
                  </a:lnTo>
                  <a:lnTo>
                    <a:pt x="2815" y="166"/>
                  </a:lnTo>
                  <a:lnTo>
                    <a:pt x="2649" y="100"/>
                  </a:lnTo>
                  <a:lnTo>
                    <a:pt x="2451"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0"/>
            <p:cNvSpPr/>
            <p:nvPr/>
          </p:nvSpPr>
          <p:spPr>
            <a:xfrm>
              <a:off x="6649950" y="436775"/>
              <a:ext cx="101000" cy="101000"/>
            </a:xfrm>
            <a:custGeom>
              <a:avLst/>
              <a:gdLst/>
              <a:ahLst/>
              <a:cxnLst/>
              <a:rect l="l" t="t" r="r" b="b"/>
              <a:pathLst>
                <a:path w="4040" h="4040" extrusionOk="0">
                  <a:moveTo>
                    <a:pt x="1822" y="0"/>
                  </a:moveTo>
                  <a:lnTo>
                    <a:pt x="1623" y="33"/>
                  </a:lnTo>
                  <a:lnTo>
                    <a:pt x="1424" y="66"/>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9"/>
                  </a:lnTo>
                  <a:lnTo>
                    <a:pt x="1226" y="3874"/>
                  </a:lnTo>
                  <a:lnTo>
                    <a:pt x="1424" y="3940"/>
                  </a:lnTo>
                  <a:lnTo>
                    <a:pt x="1623" y="4007"/>
                  </a:lnTo>
                  <a:lnTo>
                    <a:pt x="1822" y="4040"/>
                  </a:lnTo>
                  <a:lnTo>
                    <a:pt x="2252" y="4040"/>
                  </a:lnTo>
                  <a:lnTo>
                    <a:pt x="2451" y="4007"/>
                  </a:lnTo>
                  <a:lnTo>
                    <a:pt x="2649" y="3940"/>
                  </a:lnTo>
                  <a:lnTo>
                    <a:pt x="2815" y="3874"/>
                  </a:lnTo>
                  <a:lnTo>
                    <a:pt x="3179" y="3709"/>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0"/>
            <p:cNvSpPr/>
            <p:nvPr/>
          </p:nvSpPr>
          <p:spPr>
            <a:xfrm>
              <a:off x="5185675" y="927625"/>
              <a:ext cx="101025" cy="101000"/>
            </a:xfrm>
            <a:custGeom>
              <a:avLst/>
              <a:gdLst/>
              <a:ahLst/>
              <a:cxnLst/>
              <a:rect l="l" t="t" r="r" b="b"/>
              <a:pathLst>
                <a:path w="4041" h="4040" extrusionOk="0">
                  <a:moveTo>
                    <a:pt x="1822" y="0"/>
                  </a:moveTo>
                  <a:lnTo>
                    <a:pt x="1623" y="33"/>
                  </a:lnTo>
                  <a:lnTo>
                    <a:pt x="1425" y="66"/>
                  </a:lnTo>
                  <a:lnTo>
                    <a:pt x="1226" y="133"/>
                  </a:lnTo>
                  <a:lnTo>
                    <a:pt x="895" y="331"/>
                  </a:lnTo>
                  <a:lnTo>
                    <a:pt x="597" y="596"/>
                  </a:lnTo>
                  <a:lnTo>
                    <a:pt x="332" y="894"/>
                  </a:lnTo>
                  <a:lnTo>
                    <a:pt x="167" y="1225"/>
                  </a:lnTo>
                  <a:lnTo>
                    <a:pt x="100" y="1424"/>
                  </a:lnTo>
                  <a:lnTo>
                    <a:pt x="34" y="1589"/>
                  </a:lnTo>
                  <a:lnTo>
                    <a:pt x="1" y="1821"/>
                  </a:lnTo>
                  <a:lnTo>
                    <a:pt x="1" y="2020"/>
                  </a:lnTo>
                  <a:lnTo>
                    <a:pt x="1" y="2219"/>
                  </a:lnTo>
                  <a:lnTo>
                    <a:pt x="34" y="2417"/>
                  </a:lnTo>
                  <a:lnTo>
                    <a:pt x="100" y="2616"/>
                  </a:lnTo>
                  <a:lnTo>
                    <a:pt x="167" y="2815"/>
                  </a:lnTo>
                  <a:lnTo>
                    <a:pt x="332" y="3146"/>
                  </a:lnTo>
                  <a:lnTo>
                    <a:pt x="597" y="3444"/>
                  </a:lnTo>
                  <a:lnTo>
                    <a:pt x="895" y="3708"/>
                  </a:lnTo>
                  <a:lnTo>
                    <a:pt x="1226" y="3874"/>
                  </a:lnTo>
                  <a:lnTo>
                    <a:pt x="1425" y="3940"/>
                  </a:lnTo>
                  <a:lnTo>
                    <a:pt x="1623" y="4006"/>
                  </a:lnTo>
                  <a:lnTo>
                    <a:pt x="1822" y="4040"/>
                  </a:lnTo>
                  <a:lnTo>
                    <a:pt x="2219" y="4040"/>
                  </a:lnTo>
                  <a:lnTo>
                    <a:pt x="2418"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589"/>
                  </a:lnTo>
                  <a:lnTo>
                    <a:pt x="3974" y="1424"/>
                  </a:lnTo>
                  <a:lnTo>
                    <a:pt x="3908" y="1225"/>
                  </a:lnTo>
                  <a:lnTo>
                    <a:pt x="3709" y="894"/>
                  </a:lnTo>
                  <a:lnTo>
                    <a:pt x="3444" y="596"/>
                  </a:lnTo>
                  <a:lnTo>
                    <a:pt x="3146" y="331"/>
                  </a:lnTo>
                  <a:lnTo>
                    <a:pt x="2815" y="133"/>
                  </a:lnTo>
                  <a:lnTo>
                    <a:pt x="2617" y="66"/>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0"/>
            <p:cNvSpPr/>
            <p:nvPr/>
          </p:nvSpPr>
          <p:spPr>
            <a:xfrm>
              <a:off x="6405775" y="680950"/>
              <a:ext cx="101000" cy="101850"/>
            </a:xfrm>
            <a:custGeom>
              <a:avLst/>
              <a:gdLst/>
              <a:ahLst/>
              <a:cxnLst/>
              <a:rect l="l" t="t" r="r" b="b"/>
              <a:pathLst>
                <a:path w="4040" h="4074" extrusionOk="0">
                  <a:moveTo>
                    <a:pt x="2020" y="1"/>
                  </a:moveTo>
                  <a:lnTo>
                    <a:pt x="1788" y="34"/>
                  </a:lnTo>
                  <a:lnTo>
                    <a:pt x="1590" y="67"/>
                  </a:lnTo>
                  <a:lnTo>
                    <a:pt x="1424" y="100"/>
                  </a:lnTo>
                  <a:lnTo>
                    <a:pt x="1225" y="166"/>
                  </a:lnTo>
                  <a:lnTo>
                    <a:pt x="894" y="365"/>
                  </a:lnTo>
                  <a:lnTo>
                    <a:pt x="563" y="597"/>
                  </a:lnTo>
                  <a:lnTo>
                    <a:pt x="331" y="895"/>
                  </a:lnTo>
                  <a:lnTo>
                    <a:pt x="133" y="1259"/>
                  </a:lnTo>
                  <a:lnTo>
                    <a:pt x="67" y="1424"/>
                  </a:lnTo>
                  <a:lnTo>
                    <a:pt x="33" y="1623"/>
                  </a:lnTo>
                  <a:lnTo>
                    <a:pt x="0" y="1822"/>
                  </a:lnTo>
                  <a:lnTo>
                    <a:pt x="0" y="2020"/>
                  </a:lnTo>
                  <a:lnTo>
                    <a:pt x="0" y="2252"/>
                  </a:lnTo>
                  <a:lnTo>
                    <a:pt x="33" y="2451"/>
                  </a:lnTo>
                  <a:lnTo>
                    <a:pt x="67" y="2649"/>
                  </a:lnTo>
                  <a:lnTo>
                    <a:pt x="133" y="2815"/>
                  </a:lnTo>
                  <a:lnTo>
                    <a:pt x="331" y="3179"/>
                  </a:lnTo>
                  <a:lnTo>
                    <a:pt x="563" y="3477"/>
                  </a:lnTo>
                  <a:lnTo>
                    <a:pt x="894" y="3709"/>
                  </a:lnTo>
                  <a:lnTo>
                    <a:pt x="1225" y="3908"/>
                  </a:lnTo>
                  <a:lnTo>
                    <a:pt x="1424" y="3974"/>
                  </a:lnTo>
                  <a:lnTo>
                    <a:pt x="1590" y="4007"/>
                  </a:lnTo>
                  <a:lnTo>
                    <a:pt x="1788" y="4040"/>
                  </a:lnTo>
                  <a:lnTo>
                    <a:pt x="2020" y="4073"/>
                  </a:lnTo>
                  <a:lnTo>
                    <a:pt x="2219" y="4040"/>
                  </a:lnTo>
                  <a:lnTo>
                    <a:pt x="2417" y="4007"/>
                  </a:lnTo>
                  <a:lnTo>
                    <a:pt x="2616" y="3974"/>
                  </a:lnTo>
                  <a:lnTo>
                    <a:pt x="2815" y="3908"/>
                  </a:lnTo>
                  <a:lnTo>
                    <a:pt x="3146" y="3709"/>
                  </a:lnTo>
                  <a:lnTo>
                    <a:pt x="3444" y="3477"/>
                  </a:lnTo>
                  <a:lnTo>
                    <a:pt x="3676" y="3179"/>
                  </a:lnTo>
                  <a:lnTo>
                    <a:pt x="3874" y="2815"/>
                  </a:lnTo>
                  <a:lnTo>
                    <a:pt x="3940" y="2649"/>
                  </a:lnTo>
                  <a:lnTo>
                    <a:pt x="4007" y="2451"/>
                  </a:lnTo>
                  <a:lnTo>
                    <a:pt x="4040" y="2252"/>
                  </a:lnTo>
                  <a:lnTo>
                    <a:pt x="4040" y="2020"/>
                  </a:lnTo>
                  <a:lnTo>
                    <a:pt x="4040" y="1822"/>
                  </a:lnTo>
                  <a:lnTo>
                    <a:pt x="4007" y="1623"/>
                  </a:lnTo>
                  <a:lnTo>
                    <a:pt x="3940" y="1424"/>
                  </a:lnTo>
                  <a:lnTo>
                    <a:pt x="3874" y="1259"/>
                  </a:lnTo>
                  <a:lnTo>
                    <a:pt x="3676" y="895"/>
                  </a:lnTo>
                  <a:lnTo>
                    <a:pt x="3444" y="597"/>
                  </a:lnTo>
                  <a:lnTo>
                    <a:pt x="3146" y="365"/>
                  </a:lnTo>
                  <a:lnTo>
                    <a:pt x="2815" y="166"/>
                  </a:lnTo>
                  <a:lnTo>
                    <a:pt x="2616" y="100"/>
                  </a:lnTo>
                  <a:lnTo>
                    <a:pt x="2417"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0"/>
            <p:cNvSpPr/>
            <p:nvPr/>
          </p:nvSpPr>
          <p:spPr>
            <a:xfrm>
              <a:off x="6160750" y="680950"/>
              <a:ext cx="101025" cy="101850"/>
            </a:xfrm>
            <a:custGeom>
              <a:avLst/>
              <a:gdLst/>
              <a:ahLst/>
              <a:cxnLst/>
              <a:rect l="l" t="t" r="r" b="b"/>
              <a:pathLst>
                <a:path w="4041" h="4074" extrusionOk="0">
                  <a:moveTo>
                    <a:pt x="2021" y="1"/>
                  </a:moveTo>
                  <a:lnTo>
                    <a:pt x="1822" y="34"/>
                  </a:lnTo>
                  <a:lnTo>
                    <a:pt x="1623" y="67"/>
                  </a:lnTo>
                  <a:lnTo>
                    <a:pt x="1425" y="100"/>
                  </a:lnTo>
                  <a:lnTo>
                    <a:pt x="1226" y="166"/>
                  </a:lnTo>
                  <a:lnTo>
                    <a:pt x="895" y="365"/>
                  </a:lnTo>
                  <a:lnTo>
                    <a:pt x="597" y="597"/>
                  </a:lnTo>
                  <a:lnTo>
                    <a:pt x="332" y="895"/>
                  </a:lnTo>
                  <a:lnTo>
                    <a:pt x="166" y="1259"/>
                  </a:lnTo>
                  <a:lnTo>
                    <a:pt x="100" y="1424"/>
                  </a:lnTo>
                  <a:lnTo>
                    <a:pt x="34" y="1623"/>
                  </a:lnTo>
                  <a:lnTo>
                    <a:pt x="1" y="1822"/>
                  </a:lnTo>
                  <a:lnTo>
                    <a:pt x="1" y="2020"/>
                  </a:lnTo>
                  <a:lnTo>
                    <a:pt x="1" y="2252"/>
                  </a:lnTo>
                  <a:lnTo>
                    <a:pt x="34" y="2451"/>
                  </a:lnTo>
                  <a:lnTo>
                    <a:pt x="100" y="2649"/>
                  </a:lnTo>
                  <a:lnTo>
                    <a:pt x="166" y="2815"/>
                  </a:lnTo>
                  <a:lnTo>
                    <a:pt x="332" y="3179"/>
                  </a:lnTo>
                  <a:lnTo>
                    <a:pt x="597" y="3477"/>
                  </a:lnTo>
                  <a:lnTo>
                    <a:pt x="895" y="3709"/>
                  </a:lnTo>
                  <a:lnTo>
                    <a:pt x="1226" y="3908"/>
                  </a:lnTo>
                  <a:lnTo>
                    <a:pt x="1425" y="3974"/>
                  </a:lnTo>
                  <a:lnTo>
                    <a:pt x="1623" y="4007"/>
                  </a:lnTo>
                  <a:lnTo>
                    <a:pt x="1822" y="4040"/>
                  </a:lnTo>
                  <a:lnTo>
                    <a:pt x="2021" y="4073"/>
                  </a:lnTo>
                  <a:lnTo>
                    <a:pt x="2219" y="4040"/>
                  </a:lnTo>
                  <a:lnTo>
                    <a:pt x="2451" y="4007"/>
                  </a:lnTo>
                  <a:lnTo>
                    <a:pt x="2617" y="3974"/>
                  </a:lnTo>
                  <a:lnTo>
                    <a:pt x="2815" y="3908"/>
                  </a:lnTo>
                  <a:lnTo>
                    <a:pt x="3146" y="3709"/>
                  </a:lnTo>
                  <a:lnTo>
                    <a:pt x="3444"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44" y="597"/>
                  </a:lnTo>
                  <a:lnTo>
                    <a:pt x="3146" y="365"/>
                  </a:lnTo>
                  <a:lnTo>
                    <a:pt x="2815" y="166"/>
                  </a:lnTo>
                  <a:lnTo>
                    <a:pt x="2617" y="100"/>
                  </a:lnTo>
                  <a:lnTo>
                    <a:pt x="2451" y="67"/>
                  </a:lnTo>
                  <a:lnTo>
                    <a:pt x="2219" y="34"/>
                  </a:lnTo>
                  <a:lnTo>
                    <a:pt x="20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0"/>
            <p:cNvSpPr/>
            <p:nvPr/>
          </p:nvSpPr>
          <p:spPr>
            <a:xfrm>
              <a:off x="6405775" y="436775"/>
              <a:ext cx="101000" cy="101000"/>
            </a:xfrm>
            <a:custGeom>
              <a:avLst/>
              <a:gdLst/>
              <a:ahLst/>
              <a:cxnLst/>
              <a:rect l="l" t="t" r="r" b="b"/>
              <a:pathLst>
                <a:path w="4040" h="4040" extrusionOk="0">
                  <a:moveTo>
                    <a:pt x="1788" y="0"/>
                  </a:moveTo>
                  <a:lnTo>
                    <a:pt x="1590" y="33"/>
                  </a:lnTo>
                  <a:lnTo>
                    <a:pt x="1424" y="66"/>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9"/>
                  </a:lnTo>
                  <a:lnTo>
                    <a:pt x="1225" y="3874"/>
                  </a:lnTo>
                  <a:lnTo>
                    <a:pt x="1424" y="3940"/>
                  </a:lnTo>
                  <a:lnTo>
                    <a:pt x="1590" y="4007"/>
                  </a:lnTo>
                  <a:lnTo>
                    <a:pt x="1788" y="4040"/>
                  </a:lnTo>
                  <a:lnTo>
                    <a:pt x="2219" y="4040"/>
                  </a:lnTo>
                  <a:lnTo>
                    <a:pt x="2417" y="4007"/>
                  </a:lnTo>
                  <a:lnTo>
                    <a:pt x="2616" y="3940"/>
                  </a:lnTo>
                  <a:lnTo>
                    <a:pt x="2815" y="3874"/>
                  </a:lnTo>
                  <a:lnTo>
                    <a:pt x="3146" y="3709"/>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0"/>
            <p:cNvSpPr/>
            <p:nvPr/>
          </p:nvSpPr>
          <p:spPr>
            <a:xfrm>
              <a:off x="4940675" y="927625"/>
              <a:ext cx="101850" cy="101000"/>
            </a:xfrm>
            <a:custGeom>
              <a:avLst/>
              <a:gdLst/>
              <a:ahLst/>
              <a:cxnLst/>
              <a:rect l="l" t="t" r="r" b="b"/>
              <a:pathLst>
                <a:path w="4074" h="4040" extrusionOk="0">
                  <a:moveTo>
                    <a:pt x="1822" y="0"/>
                  </a:moveTo>
                  <a:lnTo>
                    <a:pt x="1623" y="33"/>
                  </a:lnTo>
                  <a:lnTo>
                    <a:pt x="1424" y="66"/>
                  </a:lnTo>
                  <a:lnTo>
                    <a:pt x="1259" y="133"/>
                  </a:lnTo>
                  <a:lnTo>
                    <a:pt x="895" y="331"/>
                  </a:lnTo>
                  <a:lnTo>
                    <a:pt x="597" y="596"/>
                  </a:lnTo>
                  <a:lnTo>
                    <a:pt x="365" y="894"/>
                  </a:lnTo>
                  <a:lnTo>
                    <a:pt x="166" y="1225"/>
                  </a:lnTo>
                  <a:lnTo>
                    <a:pt x="100" y="1424"/>
                  </a:lnTo>
                  <a:lnTo>
                    <a:pt x="67" y="1589"/>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589"/>
                  </a:lnTo>
                  <a:lnTo>
                    <a:pt x="3974" y="1424"/>
                  </a:lnTo>
                  <a:lnTo>
                    <a:pt x="3907" y="1225"/>
                  </a:lnTo>
                  <a:lnTo>
                    <a:pt x="3709" y="894"/>
                  </a:lnTo>
                  <a:lnTo>
                    <a:pt x="3477" y="596"/>
                  </a:lnTo>
                  <a:lnTo>
                    <a:pt x="3179" y="331"/>
                  </a:lnTo>
                  <a:lnTo>
                    <a:pt x="2815" y="133"/>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0"/>
            <p:cNvSpPr/>
            <p:nvPr/>
          </p:nvSpPr>
          <p:spPr>
            <a:xfrm>
              <a:off x="6160750" y="436775"/>
              <a:ext cx="101025" cy="101000"/>
            </a:xfrm>
            <a:custGeom>
              <a:avLst/>
              <a:gdLst/>
              <a:ahLst/>
              <a:cxnLst/>
              <a:rect l="l" t="t" r="r" b="b"/>
              <a:pathLst>
                <a:path w="4041" h="4040" extrusionOk="0">
                  <a:moveTo>
                    <a:pt x="1822" y="0"/>
                  </a:moveTo>
                  <a:lnTo>
                    <a:pt x="1623" y="33"/>
                  </a:lnTo>
                  <a:lnTo>
                    <a:pt x="1425" y="66"/>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9"/>
                  </a:lnTo>
                  <a:lnTo>
                    <a:pt x="1226" y="3874"/>
                  </a:lnTo>
                  <a:lnTo>
                    <a:pt x="1425" y="3940"/>
                  </a:lnTo>
                  <a:lnTo>
                    <a:pt x="1623" y="4007"/>
                  </a:lnTo>
                  <a:lnTo>
                    <a:pt x="1822" y="4040"/>
                  </a:lnTo>
                  <a:lnTo>
                    <a:pt x="2219" y="4040"/>
                  </a:lnTo>
                  <a:lnTo>
                    <a:pt x="2451" y="4007"/>
                  </a:lnTo>
                  <a:lnTo>
                    <a:pt x="2617" y="3940"/>
                  </a:lnTo>
                  <a:lnTo>
                    <a:pt x="2815" y="3874"/>
                  </a:lnTo>
                  <a:lnTo>
                    <a:pt x="3146" y="3709"/>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66"/>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0"/>
            <p:cNvSpPr/>
            <p:nvPr/>
          </p:nvSpPr>
          <p:spPr>
            <a:xfrm>
              <a:off x="4696500" y="927625"/>
              <a:ext cx="101000" cy="101000"/>
            </a:xfrm>
            <a:custGeom>
              <a:avLst/>
              <a:gdLst/>
              <a:ahLst/>
              <a:cxnLst/>
              <a:rect l="l" t="t" r="r" b="b"/>
              <a:pathLst>
                <a:path w="4040" h="4040" extrusionOk="0">
                  <a:moveTo>
                    <a:pt x="1821" y="0"/>
                  </a:moveTo>
                  <a:lnTo>
                    <a:pt x="1623" y="33"/>
                  </a:lnTo>
                  <a:lnTo>
                    <a:pt x="1424" y="66"/>
                  </a:lnTo>
                  <a:lnTo>
                    <a:pt x="1225" y="133"/>
                  </a:lnTo>
                  <a:lnTo>
                    <a:pt x="894" y="331"/>
                  </a:lnTo>
                  <a:lnTo>
                    <a:pt x="596" y="596"/>
                  </a:lnTo>
                  <a:lnTo>
                    <a:pt x="331" y="894"/>
                  </a:lnTo>
                  <a:lnTo>
                    <a:pt x="166" y="1225"/>
                  </a:lnTo>
                  <a:lnTo>
                    <a:pt x="100" y="1424"/>
                  </a:lnTo>
                  <a:lnTo>
                    <a:pt x="33" y="1589"/>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7" y="2417"/>
                  </a:lnTo>
                  <a:lnTo>
                    <a:pt x="4040" y="2219"/>
                  </a:lnTo>
                  <a:lnTo>
                    <a:pt x="4040" y="2020"/>
                  </a:lnTo>
                  <a:lnTo>
                    <a:pt x="4040" y="1821"/>
                  </a:lnTo>
                  <a:lnTo>
                    <a:pt x="4007" y="1589"/>
                  </a:lnTo>
                  <a:lnTo>
                    <a:pt x="3940" y="1424"/>
                  </a:lnTo>
                  <a:lnTo>
                    <a:pt x="3874" y="1225"/>
                  </a:lnTo>
                  <a:lnTo>
                    <a:pt x="3709" y="894"/>
                  </a:lnTo>
                  <a:lnTo>
                    <a:pt x="3444" y="596"/>
                  </a:lnTo>
                  <a:lnTo>
                    <a:pt x="3146" y="331"/>
                  </a:lnTo>
                  <a:lnTo>
                    <a:pt x="2815" y="133"/>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0"/>
            <p:cNvSpPr/>
            <p:nvPr/>
          </p:nvSpPr>
          <p:spPr>
            <a:xfrm>
              <a:off x="6649950" y="927625"/>
              <a:ext cx="101000" cy="101000"/>
            </a:xfrm>
            <a:custGeom>
              <a:avLst/>
              <a:gdLst/>
              <a:ahLst/>
              <a:cxnLst/>
              <a:rect l="l" t="t" r="r" b="b"/>
              <a:pathLst>
                <a:path w="4040" h="4040" extrusionOk="0">
                  <a:moveTo>
                    <a:pt x="1822" y="0"/>
                  </a:moveTo>
                  <a:lnTo>
                    <a:pt x="1623" y="33"/>
                  </a:lnTo>
                  <a:lnTo>
                    <a:pt x="1424" y="100"/>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8"/>
                  </a:lnTo>
                  <a:lnTo>
                    <a:pt x="1226"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0"/>
            <p:cNvSpPr/>
            <p:nvPr/>
          </p:nvSpPr>
          <p:spPr>
            <a:xfrm>
              <a:off x="6405775" y="927625"/>
              <a:ext cx="101000" cy="101000"/>
            </a:xfrm>
            <a:custGeom>
              <a:avLst/>
              <a:gdLst/>
              <a:ahLst/>
              <a:cxnLst/>
              <a:rect l="l" t="t" r="r" b="b"/>
              <a:pathLst>
                <a:path w="4040" h="4040" extrusionOk="0">
                  <a:moveTo>
                    <a:pt x="1788" y="0"/>
                  </a:moveTo>
                  <a:lnTo>
                    <a:pt x="1590" y="33"/>
                  </a:lnTo>
                  <a:lnTo>
                    <a:pt x="1424" y="100"/>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8"/>
                  </a:lnTo>
                  <a:lnTo>
                    <a:pt x="1225" y="3874"/>
                  </a:lnTo>
                  <a:lnTo>
                    <a:pt x="1424" y="3940"/>
                  </a:lnTo>
                  <a:lnTo>
                    <a:pt x="1590" y="4006"/>
                  </a:lnTo>
                  <a:lnTo>
                    <a:pt x="1788" y="4040"/>
                  </a:lnTo>
                  <a:lnTo>
                    <a:pt x="2219" y="4040"/>
                  </a:lnTo>
                  <a:lnTo>
                    <a:pt x="2417" y="4006"/>
                  </a:lnTo>
                  <a:lnTo>
                    <a:pt x="2616" y="3940"/>
                  </a:lnTo>
                  <a:lnTo>
                    <a:pt x="2815" y="3874"/>
                  </a:lnTo>
                  <a:lnTo>
                    <a:pt x="3146" y="3708"/>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0"/>
            <p:cNvSpPr/>
            <p:nvPr/>
          </p:nvSpPr>
          <p:spPr>
            <a:xfrm>
              <a:off x="6160750" y="92762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8"/>
                  </a:lnTo>
                  <a:lnTo>
                    <a:pt x="1226" y="3874"/>
                  </a:lnTo>
                  <a:lnTo>
                    <a:pt x="1425" y="3940"/>
                  </a:lnTo>
                  <a:lnTo>
                    <a:pt x="1623" y="4006"/>
                  </a:lnTo>
                  <a:lnTo>
                    <a:pt x="1822" y="4040"/>
                  </a:lnTo>
                  <a:lnTo>
                    <a:pt x="2219" y="4040"/>
                  </a:lnTo>
                  <a:lnTo>
                    <a:pt x="2451"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100"/>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0"/>
            <p:cNvSpPr/>
            <p:nvPr/>
          </p:nvSpPr>
          <p:spPr>
            <a:xfrm>
              <a:off x="5915750" y="927625"/>
              <a:ext cx="101825" cy="101000"/>
            </a:xfrm>
            <a:custGeom>
              <a:avLst/>
              <a:gdLst/>
              <a:ahLst/>
              <a:cxnLst/>
              <a:rect l="l" t="t" r="r" b="b"/>
              <a:pathLst>
                <a:path w="4073" h="4040" extrusionOk="0">
                  <a:moveTo>
                    <a:pt x="1822" y="0"/>
                  </a:moveTo>
                  <a:lnTo>
                    <a:pt x="1623" y="33"/>
                  </a:lnTo>
                  <a:lnTo>
                    <a:pt x="1424" y="100"/>
                  </a:lnTo>
                  <a:lnTo>
                    <a:pt x="1259" y="166"/>
                  </a:lnTo>
                  <a:lnTo>
                    <a:pt x="894"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4"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623"/>
                  </a:lnTo>
                  <a:lnTo>
                    <a:pt x="3974" y="1424"/>
                  </a:lnTo>
                  <a:lnTo>
                    <a:pt x="3907"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0"/>
            <p:cNvSpPr/>
            <p:nvPr/>
          </p:nvSpPr>
          <p:spPr>
            <a:xfrm>
              <a:off x="5671575" y="927625"/>
              <a:ext cx="101000" cy="101000"/>
            </a:xfrm>
            <a:custGeom>
              <a:avLst/>
              <a:gdLst/>
              <a:ahLst/>
              <a:cxnLst/>
              <a:rect l="l" t="t" r="r" b="b"/>
              <a:pathLst>
                <a:path w="4040" h="4040" extrusionOk="0">
                  <a:moveTo>
                    <a:pt x="1821" y="0"/>
                  </a:moveTo>
                  <a:lnTo>
                    <a:pt x="1623" y="33"/>
                  </a:lnTo>
                  <a:lnTo>
                    <a:pt x="1424" y="100"/>
                  </a:lnTo>
                  <a:lnTo>
                    <a:pt x="1225" y="166"/>
                  </a:lnTo>
                  <a:lnTo>
                    <a:pt x="894" y="331"/>
                  </a:lnTo>
                  <a:lnTo>
                    <a:pt x="596" y="596"/>
                  </a:lnTo>
                  <a:lnTo>
                    <a:pt x="331" y="894"/>
                  </a:lnTo>
                  <a:lnTo>
                    <a:pt x="166" y="1225"/>
                  </a:lnTo>
                  <a:lnTo>
                    <a:pt x="100" y="1424"/>
                  </a:lnTo>
                  <a:lnTo>
                    <a:pt x="33" y="1623"/>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6" y="2417"/>
                  </a:lnTo>
                  <a:lnTo>
                    <a:pt x="4040" y="2219"/>
                  </a:lnTo>
                  <a:lnTo>
                    <a:pt x="4040" y="2020"/>
                  </a:lnTo>
                  <a:lnTo>
                    <a:pt x="4040" y="1821"/>
                  </a:lnTo>
                  <a:lnTo>
                    <a:pt x="4006" y="1623"/>
                  </a:lnTo>
                  <a:lnTo>
                    <a:pt x="3940" y="1424"/>
                  </a:lnTo>
                  <a:lnTo>
                    <a:pt x="3874" y="1225"/>
                  </a:lnTo>
                  <a:lnTo>
                    <a:pt x="3709"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0"/>
            <p:cNvSpPr/>
            <p:nvPr/>
          </p:nvSpPr>
          <p:spPr>
            <a:xfrm>
              <a:off x="5426550" y="927625"/>
              <a:ext cx="101850" cy="101000"/>
            </a:xfrm>
            <a:custGeom>
              <a:avLst/>
              <a:gdLst/>
              <a:ahLst/>
              <a:cxnLst/>
              <a:rect l="l" t="t" r="r" b="b"/>
              <a:pathLst>
                <a:path w="4074" h="4040" extrusionOk="0">
                  <a:moveTo>
                    <a:pt x="1822" y="0"/>
                  </a:moveTo>
                  <a:lnTo>
                    <a:pt x="1623" y="33"/>
                  </a:lnTo>
                  <a:lnTo>
                    <a:pt x="1425" y="100"/>
                  </a:lnTo>
                  <a:lnTo>
                    <a:pt x="1259" y="166"/>
                  </a:lnTo>
                  <a:lnTo>
                    <a:pt x="895"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5" y="3940"/>
                  </a:lnTo>
                  <a:lnTo>
                    <a:pt x="1623" y="4006"/>
                  </a:lnTo>
                  <a:lnTo>
                    <a:pt x="1822" y="4040"/>
                  </a:lnTo>
                  <a:lnTo>
                    <a:pt x="2252" y="4040"/>
                  </a:lnTo>
                  <a:lnTo>
                    <a:pt x="2451" y="4006"/>
                  </a:lnTo>
                  <a:lnTo>
                    <a:pt x="2650" y="3940"/>
                  </a:lnTo>
                  <a:lnTo>
                    <a:pt x="2815" y="3874"/>
                  </a:lnTo>
                  <a:lnTo>
                    <a:pt x="3179" y="3708"/>
                  </a:lnTo>
                  <a:lnTo>
                    <a:pt x="3477" y="3444"/>
                  </a:lnTo>
                  <a:lnTo>
                    <a:pt x="3709" y="3146"/>
                  </a:lnTo>
                  <a:lnTo>
                    <a:pt x="3908" y="2815"/>
                  </a:lnTo>
                  <a:lnTo>
                    <a:pt x="3974" y="2616"/>
                  </a:lnTo>
                  <a:lnTo>
                    <a:pt x="4007" y="2417"/>
                  </a:lnTo>
                  <a:lnTo>
                    <a:pt x="4040" y="2219"/>
                  </a:lnTo>
                  <a:lnTo>
                    <a:pt x="4073" y="2020"/>
                  </a:lnTo>
                  <a:lnTo>
                    <a:pt x="4040" y="1821"/>
                  </a:lnTo>
                  <a:lnTo>
                    <a:pt x="4007" y="1623"/>
                  </a:lnTo>
                  <a:lnTo>
                    <a:pt x="3974" y="1424"/>
                  </a:lnTo>
                  <a:lnTo>
                    <a:pt x="3908" y="1225"/>
                  </a:lnTo>
                  <a:lnTo>
                    <a:pt x="3709" y="894"/>
                  </a:lnTo>
                  <a:lnTo>
                    <a:pt x="3477" y="596"/>
                  </a:lnTo>
                  <a:lnTo>
                    <a:pt x="3179" y="331"/>
                  </a:lnTo>
                  <a:lnTo>
                    <a:pt x="2815" y="166"/>
                  </a:lnTo>
                  <a:lnTo>
                    <a:pt x="2650"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 name="Google Shape;919;p30"/>
          <p:cNvGrpSpPr/>
          <p:nvPr/>
        </p:nvGrpSpPr>
        <p:grpSpPr>
          <a:xfrm rot="-5400000">
            <a:off x="-246987" y="4214053"/>
            <a:ext cx="1321075" cy="347650"/>
            <a:chOff x="877325" y="238125"/>
            <a:chExt cx="1321075" cy="347650"/>
          </a:xfrm>
        </p:grpSpPr>
        <p:sp>
          <p:nvSpPr>
            <p:cNvPr id="920" name="Google Shape;920;p30"/>
            <p:cNvSpPr/>
            <p:nvPr/>
          </p:nvSpPr>
          <p:spPr>
            <a:xfrm>
              <a:off x="1366500" y="483950"/>
              <a:ext cx="101025" cy="101825"/>
            </a:xfrm>
            <a:custGeom>
              <a:avLst/>
              <a:gdLst/>
              <a:ahLst/>
              <a:cxnLst/>
              <a:rect l="l" t="t" r="r" b="b"/>
              <a:pathLst>
                <a:path w="4041" h="4073" extrusionOk="0">
                  <a:moveTo>
                    <a:pt x="2020" y="1"/>
                  </a:moveTo>
                  <a:lnTo>
                    <a:pt x="1822" y="34"/>
                  </a:lnTo>
                  <a:lnTo>
                    <a:pt x="1623" y="67"/>
                  </a:lnTo>
                  <a:lnTo>
                    <a:pt x="1425" y="100"/>
                  </a:lnTo>
                  <a:lnTo>
                    <a:pt x="1226" y="166"/>
                  </a:lnTo>
                  <a:lnTo>
                    <a:pt x="895" y="365"/>
                  </a:lnTo>
                  <a:lnTo>
                    <a:pt x="597" y="596"/>
                  </a:lnTo>
                  <a:lnTo>
                    <a:pt x="332" y="894"/>
                  </a:lnTo>
                  <a:lnTo>
                    <a:pt x="166" y="1259"/>
                  </a:lnTo>
                  <a:lnTo>
                    <a:pt x="67" y="1424"/>
                  </a:lnTo>
                  <a:lnTo>
                    <a:pt x="34" y="1623"/>
                  </a:lnTo>
                  <a:lnTo>
                    <a:pt x="1" y="1822"/>
                  </a:lnTo>
                  <a:lnTo>
                    <a:pt x="1" y="2020"/>
                  </a:lnTo>
                  <a:lnTo>
                    <a:pt x="1" y="2252"/>
                  </a:lnTo>
                  <a:lnTo>
                    <a:pt x="34" y="2451"/>
                  </a:lnTo>
                  <a:lnTo>
                    <a:pt x="67" y="2649"/>
                  </a:lnTo>
                  <a:lnTo>
                    <a:pt x="166" y="2815"/>
                  </a:lnTo>
                  <a:lnTo>
                    <a:pt x="332" y="3179"/>
                  </a:lnTo>
                  <a:lnTo>
                    <a:pt x="597" y="3477"/>
                  </a:lnTo>
                  <a:lnTo>
                    <a:pt x="895" y="3709"/>
                  </a:lnTo>
                  <a:lnTo>
                    <a:pt x="1226" y="3907"/>
                  </a:lnTo>
                  <a:lnTo>
                    <a:pt x="1425" y="3974"/>
                  </a:lnTo>
                  <a:lnTo>
                    <a:pt x="1623" y="4007"/>
                  </a:lnTo>
                  <a:lnTo>
                    <a:pt x="1822" y="4040"/>
                  </a:lnTo>
                  <a:lnTo>
                    <a:pt x="2020" y="4073"/>
                  </a:lnTo>
                  <a:lnTo>
                    <a:pt x="2219" y="4040"/>
                  </a:lnTo>
                  <a:lnTo>
                    <a:pt x="2418" y="4007"/>
                  </a:lnTo>
                  <a:lnTo>
                    <a:pt x="2616" y="3974"/>
                  </a:lnTo>
                  <a:lnTo>
                    <a:pt x="2815" y="3907"/>
                  </a:lnTo>
                  <a:lnTo>
                    <a:pt x="3146" y="3709"/>
                  </a:lnTo>
                  <a:lnTo>
                    <a:pt x="3444" y="3477"/>
                  </a:lnTo>
                  <a:lnTo>
                    <a:pt x="3709" y="3179"/>
                  </a:lnTo>
                  <a:lnTo>
                    <a:pt x="3875" y="2815"/>
                  </a:lnTo>
                  <a:lnTo>
                    <a:pt x="3941" y="2649"/>
                  </a:lnTo>
                  <a:lnTo>
                    <a:pt x="4007" y="2451"/>
                  </a:lnTo>
                  <a:lnTo>
                    <a:pt x="4040" y="2252"/>
                  </a:lnTo>
                  <a:lnTo>
                    <a:pt x="4040" y="2020"/>
                  </a:lnTo>
                  <a:lnTo>
                    <a:pt x="4040" y="1822"/>
                  </a:lnTo>
                  <a:lnTo>
                    <a:pt x="4007" y="1623"/>
                  </a:lnTo>
                  <a:lnTo>
                    <a:pt x="3941" y="1424"/>
                  </a:lnTo>
                  <a:lnTo>
                    <a:pt x="3875" y="1259"/>
                  </a:lnTo>
                  <a:lnTo>
                    <a:pt x="3709" y="894"/>
                  </a:lnTo>
                  <a:lnTo>
                    <a:pt x="3444" y="596"/>
                  </a:lnTo>
                  <a:lnTo>
                    <a:pt x="3146" y="365"/>
                  </a:lnTo>
                  <a:lnTo>
                    <a:pt x="2815" y="166"/>
                  </a:lnTo>
                  <a:lnTo>
                    <a:pt x="2616" y="100"/>
                  </a:lnTo>
                  <a:lnTo>
                    <a:pt x="2418"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0"/>
            <p:cNvSpPr/>
            <p:nvPr/>
          </p:nvSpPr>
          <p:spPr>
            <a:xfrm>
              <a:off x="2096575" y="483125"/>
              <a:ext cx="101825" cy="101000"/>
            </a:xfrm>
            <a:custGeom>
              <a:avLst/>
              <a:gdLst/>
              <a:ahLst/>
              <a:cxnLst/>
              <a:rect l="l" t="t" r="r" b="b"/>
              <a:pathLst>
                <a:path w="4073" h="4040" extrusionOk="0">
                  <a:moveTo>
                    <a:pt x="1821" y="0"/>
                  </a:moveTo>
                  <a:lnTo>
                    <a:pt x="1623" y="34"/>
                  </a:lnTo>
                  <a:lnTo>
                    <a:pt x="1424" y="67"/>
                  </a:lnTo>
                  <a:lnTo>
                    <a:pt x="1259" y="133"/>
                  </a:lnTo>
                  <a:lnTo>
                    <a:pt x="894" y="332"/>
                  </a:lnTo>
                  <a:lnTo>
                    <a:pt x="596" y="563"/>
                  </a:lnTo>
                  <a:lnTo>
                    <a:pt x="365" y="894"/>
                  </a:lnTo>
                  <a:lnTo>
                    <a:pt x="166" y="1225"/>
                  </a:lnTo>
                  <a:lnTo>
                    <a:pt x="100" y="1424"/>
                  </a:lnTo>
                  <a:lnTo>
                    <a:pt x="33" y="1590"/>
                  </a:lnTo>
                  <a:lnTo>
                    <a:pt x="33" y="1788"/>
                  </a:lnTo>
                  <a:lnTo>
                    <a:pt x="0" y="2020"/>
                  </a:lnTo>
                  <a:lnTo>
                    <a:pt x="33" y="2219"/>
                  </a:lnTo>
                  <a:lnTo>
                    <a:pt x="33" y="2417"/>
                  </a:lnTo>
                  <a:lnTo>
                    <a:pt x="100" y="2616"/>
                  </a:lnTo>
                  <a:lnTo>
                    <a:pt x="166" y="2815"/>
                  </a:lnTo>
                  <a:lnTo>
                    <a:pt x="365" y="3146"/>
                  </a:lnTo>
                  <a:lnTo>
                    <a:pt x="596" y="3444"/>
                  </a:lnTo>
                  <a:lnTo>
                    <a:pt x="894" y="3676"/>
                  </a:lnTo>
                  <a:lnTo>
                    <a:pt x="1259" y="3874"/>
                  </a:lnTo>
                  <a:lnTo>
                    <a:pt x="1424" y="3940"/>
                  </a:lnTo>
                  <a:lnTo>
                    <a:pt x="1623" y="4007"/>
                  </a:lnTo>
                  <a:lnTo>
                    <a:pt x="1821" y="4040"/>
                  </a:lnTo>
                  <a:lnTo>
                    <a:pt x="2252" y="4040"/>
                  </a:lnTo>
                  <a:lnTo>
                    <a:pt x="2450" y="4007"/>
                  </a:lnTo>
                  <a:lnTo>
                    <a:pt x="2649" y="3940"/>
                  </a:lnTo>
                  <a:lnTo>
                    <a:pt x="2815" y="3874"/>
                  </a:lnTo>
                  <a:lnTo>
                    <a:pt x="3179" y="3676"/>
                  </a:lnTo>
                  <a:lnTo>
                    <a:pt x="3477" y="3444"/>
                  </a:lnTo>
                  <a:lnTo>
                    <a:pt x="3709" y="3146"/>
                  </a:lnTo>
                  <a:lnTo>
                    <a:pt x="3907" y="2815"/>
                  </a:lnTo>
                  <a:lnTo>
                    <a:pt x="3974" y="2616"/>
                  </a:lnTo>
                  <a:lnTo>
                    <a:pt x="4007" y="2417"/>
                  </a:lnTo>
                  <a:lnTo>
                    <a:pt x="4040" y="2219"/>
                  </a:lnTo>
                  <a:lnTo>
                    <a:pt x="4073" y="2020"/>
                  </a:lnTo>
                  <a:lnTo>
                    <a:pt x="4040" y="1788"/>
                  </a:lnTo>
                  <a:lnTo>
                    <a:pt x="4007" y="1590"/>
                  </a:lnTo>
                  <a:lnTo>
                    <a:pt x="3974" y="1424"/>
                  </a:lnTo>
                  <a:lnTo>
                    <a:pt x="3907" y="1225"/>
                  </a:lnTo>
                  <a:lnTo>
                    <a:pt x="3709" y="894"/>
                  </a:lnTo>
                  <a:lnTo>
                    <a:pt x="3477" y="563"/>
                  </a:lnTo>
                  <a:lnTo>
                    <a:pt x="3179" y="332"/>
                  </a:lnTo>
                  <a:lnTo>
                    <a:pt x="2815" y="133"/>
                  </a:lnTo>
                  <a:lnTo>
                    <a:pt x="2649" y="67"/>
                  </a:lnTo>
                  <a:lnTo>
                    <a:pt x="2450"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0"/>
            <p:cNvSpPr/>
            <p:nvPr/>
          </p:nvSpPr>
          <p:spPr>
            <a:xfrm>
              <a:off x="1852400" y="483125"/>
              <a:ext cx="101000" cy="101000"/>
            </a:xfrm>
            <a:custGeom>
              <a:avLst/>
              <a:gdLst/>
              <a:ahLst/>
              <a:cxnLst/>
              <a:rect l="l" t="t" r="r" b="b"/>
              <a:pathLst>
                <a:path w="4040" h="4040" extrusionOk="0">
                  <a:moveTo>
                    <a:pt x="1821" y="0"/>
                  </a:moveTo>
                  <a:lnTo>
                    <a:pt x="1589" y="34"/>
                  </a:lnTo>
                  <a:lnTo>
                    <a:pt x="1424" y="67"/>
                  </a:lnTo>
                  <a:lnTo>
                    <a:pt x="1225" y="133"/>
                  </a:lnTo>
                  <a:lnTo>
                    <a:pt x="894" y="332"/>
                  </a:lnTo>
                  <a:lnTo>
                    <a:pt x="596" y="563"/>
                  </a:lnTo>
                  <a:lnTo>
                    <a:pt x="331" y="894"/>
                  </a:lnTo>
                  <a:lnTo>
                    <a:pt x="133" y="1225"/>
                  </a:lnTo>
                  <a:lnTo>
                    <a:pt x="66" y="1424"/>
                  </a:lnTo>
                  <a:lnTo>
                    <a:pt x="33" y="1590"/>
                  </a:lnTo>
                  <a:lnTo>
                    <a:pt x="0" y="1788"/>
                  </a:lnTo>
                  <a:lnTo>
                    <a:pt x="0" y="2020"/>
                  </a:lnTo>
                  <a:lnTo>
                    <a:pt x="0" y="2219"/>
                  </a:lnTo>
                  <a:lnTo>
                    <a:pt x="33" y="2417"/>
                  </a:lnTo>
                  <a:lnTo>
                    <a:pt x="66" y="2616"/>
                  </a:lnTo>
                  <a:lnTo>
                    <a:pt x="133" y="2815"/>
                  </a:lnTo>
                  <a:lnTo>
                    <a:pt x="331" y="3146"/>
                  </a:lnTo>
                  <a:lnTo>
                    <a:pt x="596" y="3444"/>
                  </a:lnTo>
                  <a:lnTo>
                    <a:pt x="894" y="3676"/>
                  </a:lnTo>
                  <a:lnTo>
                    <a:pt x="1225" y="3874"/>
                  </a:lnTo>
                  <a:lnTo>
                    <a:pt x="1424" y="3940"/>
                  </a:lnTo>
                  <a:lnTo>
                    <a:pt x="1589" y="4007"/>
                  </a:lnTo>
                  <a:lnTo>
                    <a:pt x="1821" y="4040"/>
                  </a:lnTo>
                  <a:lnTo>
                    <a:pt x="2218" y="4040"/>
                  </a:lnTo>
                  <a:lnTo>
                    <a:pt x="2417" y="4007"/>
                  </a:lnTo>
                  <a:lnTo>
                    <a:pt x="2616" y="3940"/>
                  </a:lnTo>
                  <a:lnTo>
                    <a:pt x="2814" y="3874"/>
                  </a:lnTo>
                  <a:lnTo>
                    <a:pt x="3145" y="3676"/>
                  </a:lnTo>
                  <a:lnTo>
                    <a:pt x="3443" y="3444"/>
                  </a:lnTo>
                  <a:lnTo>
                    <a:pt x="3708" y="3146"/>
                  </a:lnTo>
                  <a:lnTo>
                    <a:pt x="3874" y="2815"/>
                  </a:lnTo>
                  <a:lnTo>
                    <a:pt x="3940" y="2616"/>
                  </a:lnTo>
                  <a:lnTo>
                    <a:pt x="4006" y="2417"/>
                  </a:lnTo>
                  <a:lnTo>
                    <a:pt x="4039" y="2219"/>
                  </a:lnTo>
                  <a:lnTo>
                    <a:pt x="4039" y="2020"/>
                  </a:lnTo>
                  <a:lnTo>
                    <a:pt x="4039" y="1788"/>
                  </a:lnTo>
                  <a:lnTo>
                    <a:pt x="4006" y="1590"/>
                  </a:lnTo>
                  <a:lnTo>
                    <a:pt x="3940" y="1424"/>
                  </a:lnTo>
                  <a:lnTo>
                    <a:pt x="3874" y="1225"/>
                  </a:lnTo>
                  <a:lnTo>
                    <a:pt x="3708" y="894"/>
                  </a:lnTo>
                  <a:lnTo>
                    <a:pt x="3443" y="563"/>
                  </a:lnTo>
                  <a:lnTo>
                    <a:pt x="3145" y="332"/>
                  </a:lnTo>
                  <a:lnTo>
                    <a:pt x="2814" y="133"/>
                  </a:lnTo>
                  <a:lnTo>
                    <a:pt x="2616" y="67"/>
                  </a:lnTo>
                  <a:lnTo>
                    <a:pt x="2417" y="34"/>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0"/>
            <p:cNvSpPr/>
            <p:nvPr/>
          </p:nvSpPr>
          <p:spPr>
            <a:xfrm>
              <a:off x="1121500" y="483950"/>
              <a:ext cx="101825" cy="101825"/>
            </a:xfrm>
            <a:custGeom>
              <a:avLst/>
              <a:gdLst/>
              <a:ahLst/>
              <a:cxnLst/>
              <a:rect l="l" t="t" r="r" b="b"/>
              <a:pathLst>
                <a:path w="4073" h="4073" extrusionOk="0">
                  <a:moveTo>
                    <a:pt x="2020" y="1"/>
                  </a:moveTo>
                  <a:lnTo>
                    <a:pt x="1821" y="34"/>
                  </a:lnTo>
                  <a:lnTo>
                    <a:pt x="1623" y="67"/>
                  </a:lnTo>
                  <a:lnTo>
                    <a:pt x="1424" y="100"/>
                  </a:lnTo>
                  <a:lnTo>
                    <a:pt x="1259" y="166"/>
                  </a:lnTo>
                  <a:lnTo>
                    <a:pt x="894" y="365"/>
                  </a:lnTo>
                  <a:lnTo>
                    <a:pt x="596" y="596"/>
                  </a:lnTo>
                  <a:lnTo>
                    <a:pt x="365" y="894"/>
                  </a:lnTo>
                  <a:lnTo>
                    <a:pt x="166" y="1259"/>
                  </a:lnTo>
                  <a:lnTo>
                    <a:pt x="100" y="1424"/>
                  </a:lnTo>
                  <a:lnTo>
                    <a:pt x="34" y="1623"/>
                  </a:lnTo>
                  <a:lnTo>
                    <a:pt x="0" y="1822"/>
                  </a:lnTo>
                  <a:lnTo>
                    <a:pt x="0" y="2020"/>
                  </a:lnTo>
                  <a:lnTo>
                    <a:pt x="0" y="2252"/>
                  </a:lnTo>
                  <a:lnTo>
                    <a:pt x="34" y="2451"/>
                  </a:lnTo>
                  <a:lnTo>
                    <a:pt x="100" y="2649"/>
                  </a:lnTo>
                  <a:lnTo>
                    <a:pt x="166" y="2815"/>
                  </a:lnTo>
                  <a:lnTo>
                    <a:pt x="365" y="3179"/>
                  </a:lnTo>
                  <a:lnTo>
                    <a:pt x="596" y="3477"/>
                  </a:lnTo>
                  <a:lnTo>
                    <a:pt x="894" y="3709"/>
                  </a:lnTo>
                  <a:lnTo>
                    <a:pt x="1259" y="3907"/>
                  </a:lnTo>
                  <a:lnTo>
                    <a:pt x="1424" y="3974"/>
                  </a:lnTo>
                  <a:lnTo>
                    <a:pt x="1623" y="4007"/>
                  </a:lnTo>
                  <a:lnTo>
                    <a:pt x="1821" y="4040"/>
                  </a:lnTo>
                  <a:lnTo>
                    <a:pt x="2020" y="4073"/>
                  </a:lnTo>
                  <a:lnTo>
                    <a:pt x="2252" y="4040"/>
                  </a:lnTo>
                  <a:lnTo>
                    <a:pt x="2450" y="4007"/>
                  </a:lnTo>
                  <a:lnTo>
                    <a:pt x="2649" y="3974"/>
                  </a:lnTo>
                  <a:lnTo>
                    <a:pt x="2815" y="3907"/>
                  </a:lnTo>
                  <a:lnTo>
                    <a:pt x="3179" y="3709"/>
                  </a:lnTo>
                  <a:lnTo>
                    <a:pt x="3477" y="3477"/>
                  </a:lnTo>
                  <a:lnTo>
                    <a:pt x="3709" y="3179"/>
                  </a:lnTo>
                  <a:lnTo>
                    <a:pt x="3907" y="2815"/>
                  </a:lnTo>
                  <a:lnTo>
                    <a:pt x="3974" y="2649"/>
                  </a:lnTo>
                  <a:lnTo>
                    <a:pt x="4007" y="2451"/>
                  </a:lnTo>
                  <a:lnTo>
                    <a:pt x="4040" y="2252"/>
                  </a:lnTo>
                  <a:lnTo>
                    <a:pt x="4073" y="2020"/>
                  </a:lnTo>
                  <a:lnTo>
                    <a:pt x="4040" y="1822"/>
                  </a:lnTo>
                  <a:lnTo>
                    <a:pt x="4007" y="1623"/>
                  </a:lnTo>
                  <a:lnTo>
                    <a:pt x="3974" y="1424"/>
                  </a:lnTo>
                  <a:lnTo>
                    <a:pt x="3907" y="1259"/>
                  </a:lnTo>
                  <a:lnTo>
                    <a:pt x="3709" y="894"/>
                  </a:lnTo>
                  <a:lnTo>
                    <a:pt x="3477" y="596"/>
                  </a:lnTo>
                  <a:lnTo>
                    <a:pt x="3179" y="365"/>
                  </a:lnTo>
                  <a:lnTo>
                    <a:pt x="2815" y="166"/>
                  </a:lnTo>
                  <a:lnTo>
                    <a:pt x="2649" y="100"/>
                  </a:lnTo>
                  <a:lnTo>
                    <a:pt x="2450"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0"/>
            <p:cNvSpPr/>
            <p:nvPr/>
          </p:nvSpPr>
          <p:spPr>
            <a:xfrm>
              <a:off x="2096575" y="238125"/>
              <a:ext cx="101825" cy="101000"/>
            </a:xfrm>
            <a:custGeom>
              <a:avLst/>
              <a:gdLst/>
              <a:ahLst/>
              <a:cxnLst/>
              <a:rect l="l" t="t" r="r" b="b"/>
              <a:pathLst>
                <a:path w="4073" h="4040" extrusionOk="0">
                  <a:moveTo>
                    <a:pt x="1821" y="0"/>
                  </a:moveTo>
                  <a:lnTo>
                    <a:pt x="1623" y="33"/>
                  </a:lnTo>
                  <a:lnTo>
                    <a:pt x="1424" y="99"/>
                  </a:lnTo>
                  <a:lnTo>
                    <a:pt x="1259" y="166"/>
                  </a:lnTo>
                  <a:lnTo>
                    <a:pt x="894" y="331"/>
                  </a:lnTo>
                  <a:lnTo>
                    <a:pt x="596" y="596"/>
                  </a:lnTo>
                  <a:lnTo>
                    <a:pt x="365" y="894"/>
                  </a:lnTo>
                  <a:lnTo>
                    <a:pt x="166" y="1225"/>
                  </a:lnTo>
                  <a:lnTo>
                    <a:pt x="100" y="1424"/>
                  </a:lnTo>
                  <a:lnTo>
                    <a:pt x="33" y="1622"/>
                  </a:lnTo>
                  <a:lnTo>
                    <a:pt x="33" y="1821"/>
                  </a:lnTo>
                  <a:lnTo>
                    <a:pt x="0" y="2020"/>
                  </a:lnTo>
                  <a:lnTo>
                    <a:pt x="33" y="2218"/>
                  </a:lnTo>
                  <a:lnTo>
                    <a:pt x="33" y="2417"/>
                  </a:lnTo>
                  <a:lnTo>
                    <a:pt x="100" y="2616"/>
                  </a:lnTo>
                  <a:lnTo>
                    <a:pt x="166" y="2814"/>
                  </a:lnTo>
                  <a:lnTo>
                    <a:pt x="365" y="3145"/>
                  </a:lnTo>
                  <a:lnTo>
                    <a:pt x="596" y="3443"/>
                  </a:lnTo>
                  <a:lnTo>
                    <a:pt x="894" y="3708"/>
                  </a:lnTo>
                  <a:lnTo>
                    <a:pt x="1259" y="3907"/>
                  </a:lnTo>
                  <a:lnTo>
                    <a:pt x="1424" y="3973"/>
                  </a:lnTo>
                  <a:lnTo>
                    <a:pt x="1623" y="4006"/>
                  </a:lnTo>
                  <a:lnTo>
                    <a:pt x="1821" y="4039"/>
                  </a:lnTo>
                  <a:lnTo>
                    <a:pt x="2252" y="4039"/>
                  </a:lnTo>
                  <a:lnTo>
                    <a:pt x="2450" y="4006"/>
                  </a:lnTo>
                  <a:lnTo>
                    <a:pt x="2649" y="3973"/>
                  </a:lnTo>
                  <a:lnTo>
                    <a:pt x="2815" y="3907"/>
                  </a:lnTo>
                  <a:lnTo>
                    <a:pt x="3179" y="3708"/>
                  </a:lnTo>
                  <a:lnTo>
                    <a:pt x="3477" y="3443"/>
                  </a:lnTo>
                  <a:lnTo>
                    <a:pt x="3709" y="3145"/>
                  </a:lnTo>
                  <a:lnTo>
                    <a:pt x="3907" y="2814"/>
                  </a:lnTo>
                  <a:lnTo>
                    <a:pt x="3974" y="2616"/>
                  </a:lnTo>
                  <a:lnTo>
                    <a:pt x="4007" y="2417"/>
                  </a:lnTo>
                  <a:lnTo>
                    <a:pt x="4040" y="2218"/>
                  </a:lnTo>
                  <a:lnTo>
                    <a:pt x="4073" y="2020"/>
                  </a:lnTo>
                  <a:lnTo>
                    <a:pt x="4040" y="1821"/>
                  </a:lnTo>
                  <a:lnTo>
                    <a:pt x="4007" y="1622"/>
                  </a:lnTo>
                  <a:lnTo>
                    <a:pt x="3974" y="1424"/>
                  </a:lnTo>
                  <a:lnTo>
                    <a:pt x="3907" y="1225"/>
                  </a:lnTo>
                  <a:lnTo>
                    <a:pt x="3709" y="894"/>
                  </a:lnTo>
                  <a:lnTo>
                    <a:pt x="3477" y="596"/>
                  </a:lnTo>
                  <a:lnTo>
                    <a:pt x="3179" y="331"/>
                  </a:lnTo>
                  <a:lnTo>
                    <a:pt x="2815" y="166"/>
                  </a:lnTo>
                  <a:lnTo>
                    <a:pt x="2649" y="99"/>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0"/>
            <p:cNvSpPr/>
            <p:nvPr/>
          </p:nvSpPr>
          <p:spPr>
            <a:xfrm>
              <a:off x="1852400" y="238125"/>
              <a:ext cx="101000" cy="101000"/>
            </a:xfrm>
            <a:custGeom>
              <a:avLst/>
              <a:gdLst/>
              <a:ahLst/>
              <a:cxnLst/>
              <a:rect l="l" t="t" r="r" b="b"/>
              <a:pathLst>
                <a:path w="4040" h="4040" extrusionOk="0">
                  <a:moveTo>
                    <a:pt x="1821" y="0"/>
                  </a:moveTo>
                  <a:lnTo>
                    <a:pt x="1589" y="33"/>
                  </a:lnTo>
                  <a:lnTo>
                    <a:pt x="1424" y="99"/>
                  </a:lnTo>
                  <a:lnTo>
                    <a:pt x="1225" y="166"/>
                  </a:lnTo>
                  <a:lnTo>
                    <a:pt x="894" y="331"/>
                  </a:lnTo>
                  <a:lnTo>
                    <a:pt x="596" y="596"/>
                  </a:lnTo>
                  <a:lnTo>
                    <a:pt x="331" y="894"/>
                  </a:lnTo>
                  <a:lnTo>
                    <a:pt x="133" y="1225"/>
                  </a:lnTo>
                  <a:lnTo>
                    <a:pt x="66" y="1424"/>
                  </a:lnTo>
                  <a:lnTo>
                    <a:pt x="33" y="1622"/>
                  </a:lnTo>
                  <a:lnTo>
                    <a:pt x="0" y="1821"/>
                  </a:lnTo>
                  <a:lnTo>
                    <a:pt x="0" y="2020"/>
                  </a:lnTo>
                  <a:lnTo>
                    <a:pt x="0" y="2218"/>
                  </a:lnTo>
                  <a:lnTo>
                    <a:pt x="33" y="2417"/>
                  </a:lnTo>
                  <a:lnTo>
                    <a:pt x="66" y="2616"/>
                  </a:lnTo>
                  <a:lnTo>
                    <a:pt x="133" y="2814"/>
                  </a:lnTo>
                  <a:lnTo>
                    <a:pt x="331" y="3145"/>
                  </a:lnTo>
                  <a:lnTo>
                    <a:pt x="596" y="3443"/>
                  </a:lnTo>
                  <a:lnTo>
                    <a:pt x="894" y="3708"/>
                  </a:lnTo>
                  <a:lnTo>
                    <a:pt x="1225" y="3907"/>
                  </a:lnTo>
                  <a:lnTo>
                    <a:pt x="1424" y="3973"/>
                  </a:lnTo>
                  <a:lnTo>
                    <a:pt x="1589" y="4006"/>
                  </a:lnTo>
                  <a:lnTo>
                    <a:pt x="1821" y="4039"/>
                  </a:lnTo>
                  <a:lnTo>
                    <a:pt x="2218" y="4039"/>
                  </a:lnTo>
                  <a:lnTo>
                    <a:pt x="2417" y="4006"/>
                  </a:lnTo>
                  <a:lnTo>
                    <a:pt x="2616" y="3973"/>
                  </a:lnTo>
                  <a:lnTo>
                    <a:pt x="2814" y="3907"/>
                  </a:lnTo>
                  <a:lnTo>
                    <a:pt x="3145" y="3708"/>
                  </a:lnTo>
                  <a:lnTo>
                    <a:pt x="3443" y="3443"/>
                  </a:lnTo>
                  <a:lnTo>
                    <a:pt x="3708" y="3145"/>
                  </a:lnTo>
                  <a:lnTo>
                    <a:pt x="3874" y="2814"/>
                  </a:lnTo>
                  <a:lnTo>
                    <a:pt x="3940" y="2616"/>
                  </a:lnTo>
                  <a:lnTo>
                    <a:pt x="4006" y="2417"/>
                  </a:lnTo>
                  <a:lnTo>
                    <a:pt x="4039" y="2218"/>
                  </a:lnTo>
                  <a:lnTo>
                    <a:pt x="4039" y="2020"/>
                  </a:lnTo>
                  <a:lnTo>
                    <a:pt x="4039" y="1821"/>
                  </a:lnTo>
                  <a:lnTo>
                    <a:pt x="4006" y="1622"/>
                  </a:lnTo>
                  <a:lnTo>
                    <a:pt x="3940" y="1424"/>
                  </a:lnTo>
                  <a:lnTo>
                    <a:pt x="3874" y="1225"/>
                  </a:lnTo>
                  <a:lnTo>
                    <a:pt x="3708" y="894"/>
                  </a:lnTo>
                  <a:lnTo>
                    <a:pt x="3443" y="596"/>
                  </a:lnTo>
                  <a:lnTo>
                    <a:pt x="3145" y="331"/>
                  </a:lnTo>
                  <a:lnTo>
                    <a:pt x="2814" y="166"/>
                  </a:lnTo>
                  <a:lnTo>
                    <a:pt x="2616" y="99"/>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0"/>
            <p:cNvSpPr/>
            <p:nvPr/>
          </p:nvSpPr>
          <p:spPr>
            <a:xfrm>
              <a:off x="877325" y="483950"/>
              <a:ext cx="101000" cy="101825"/>
            </a:xfrm>
            <a:custGeom>
              <a:avLst/>
              <a:gdLst/>
              <a:ahLst/>
              <a:cxnLst/>
              <a:rect l="l" t="t" r="r" b="b"/>
              <a:pathLst>
                <a:path w="4040" h="4073" extrusionOk="0">
                  <a:moveTo>
                    <a:pt x="2020" y="1"/>
                  </a:moveTo>
                  <a:lnTo>
                    <a:pt x="1821" y="34"/>
                  </a:lnTo>
                  <a:lnTo>
                    <a:pt x="1589" y="67"/>
                  </a:lnTo>
                  <a:lnTo>
                    <a:pt x="1424" y="100"/>
                  </a:lnTo>
                  <a:lnTo>
                    <a:pt x="1225" y="166"/>
                  </a:lnTo>
                  <a:lnTo>
                    <a:pt x="894" y="365"/>
                  </a:lnTo>
                  <a:lnTo>
                    <a:pt x="596" y="596"/>
                  </a:lnTo>
                  <a:lnTo>
                    <a:pt x="331" y="894"/>
                  </a:lnTo>
                  <a:lnTo>
                    <a:pt x="133" y="1259"/>
                  </a:lnTo>
                  <a:lnTo>
                    <a:pt x="66" y="1424"/>
                  </a:lnTo>
                  <a:lnTo>
                    <a:pt x="33" y="1623"/>
                  </a:lnTo>
                  <a:lnTo>
                    <a:pt x="0" y="1822"/>
                  </a:lnTo>
                  <a:lnTo>
                    <a:pt x="0" y="2020"/>
                  </a:lnTo>
                  <a:lnTo>
                    <a:pt x="0" y="2252"/>
                  </a:lnTo>
                  <a:lnTo>
                    <a:pt x="33" y="2451"/>
                  </a:lnTo>
                  <a:lnTo>
                    <a:pt x="66" y="2649"/>
                  </a:lnTo>
                  <a:lnTo>
                    <a:pt x="133" y="2815"/>
                  </a:lnTo>
                  <a:lnTo>
                    <a:pt x="331" y="3179"/>
                  </a:lnTo>
                  <a:lnTo>
                    <a:pt x="596" y="3477"/>
                  </a:lnTo>
                  <a:lnTo>
                    <a:pt x="894" y="3709"/>
                  </a:lnTo>
                  <a:lnTo>
                    <a:pt x="1225" y="3907"/>
                  </a:lnTo>
                  <a:lnTo>
                    <a:pt x="1424" y="3974"/>
                  </a:lnTo>
                  <a:lnTo>
                    <a:pt x="1589" y="4007"/>
                  </a:lnTo>
                  <a:lnTo>
                    <a:pt x="1821" y="4040"/>
                  </a:lnTo>
                  <a:lnTo>
                    <a:pt x="2020" y="4073"/>
                  </a:lnTo>
                  <a:lnTo>
                    <a:pt x="2218" y="4040"/>
                  </a:lnTo>
                  <a:lnTo>
                    <a:pt x="2417" y="4007"/>
                  </a:lnTo>
                  <a:lnTo>
                    <a:pt x="2616" y="3974"/>
                  </a:lnTo>
                  <a:lnTo>
                    <a:pt x="2814" y="3907"/>
                  </a:lnTo>
                  <a:lnTo>
                    <a:pt x="3145" y="3709"/>
                  </a:lnTo>
                  <a:lnTo>
                    <a:pt x="3443" y="3477"/>
                  </a:lnTo>
                  <a:lnTo>
                    <a:pt x="3708" y="3179"/>
                  </a:lnTo>
                  <a:lnTo>
                    <a:pt x="3874" y="2815"/>
                  </a:lnTo>
                  <a:lnTo>
                    <a:pt x="3940" y="2649"/>
                  </a:lnTo>
                  <a:lnTo>
                    <a:pt x="4006" y="2451"/>
                  </a:lnTo>
                  <a:lnTo>
                    <a:pt x="4039" y="2252"/>
                  </a:lnTo>
                  <a:lnTo>
                    <a:pt x="4039" y="2020"/>
                  </a:lnTo>
                  <a:lnTo>
                    <a:pt x="4039" y="1822"/>
                  </a:lnTo>
                  <a:lnTo>
                    <a:pt x="4006" y="1623"/>
                  </a:lnTo>
                  <a:lnTo>
                    <a:pt x="3940" y="1424"/>
                  </a:lnTo>
                  <a:lnTo>
                    <a:pt x="3874" y="1259"/>
                  </a:lnTo>
                  <a:lnTo>
                    <a:pt x="3708" y="894"/>
                  </a:lnTo>
                  <a:lnTo>
                    <a:pt x="3443" y="596"/>
                  </a:lnTo>
                  <a:lnTo>
                    <a:pt x="3145" y="365"/>
                  </a:lnTo>
                  <a:lnTo>
                    <a:pt x="2814" y="166"/>
                  </a:lnTo>
                  <a:lnTo>
                    <a:pt x="2616" y="100"/>
                  </a:lnTo>
                  <a:lnTo>
                    <a:pt x="2417" y="67"/>
                  </a:lnTo>
                  <a:lnTo>
                    <a:pt x="2218"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0"/>
            <p:cNvSpPr/>
            <p:nvPr/>
          </p:nvSpPr>
          <p:spPr>
            <a:xfrm>
              <a:off x="1607375" y="483125"/>
              <a:ext cx="101025" cy="101000"/>
            </a:xfrm>
            <a:custGeom>
              <a:avLst/>
              <a:gdLst/>
              <a:ahLst/>
              <a:cxnLst/>
              <a:rect l="l" t="t" r="r" b="b"/>
              <a:pathLst>
                <a:path w="4041" h="4040" extrusionOk="0">
                  <a:moveTo>
                    <a:pt x="1822" y="0"/>
                  </a:moveTo>
                  <a:lnTo>
                    <a:pt x="1623" y="34"/>
                  </a:lnTo>
                  <a:lnTo>
                    <a:pt x="1424" y="67"/>
                  </a:lnTo>
                  <a:lnTo>
                    <a:pt x="1226" y="133"/>
                  </a:lnTo>
                  <a:lnTo>
                    <a:pt x="895" y="332"/>
                  </a:lnTo>
                  <a:lnTo>
                    <a:pt x="597" y="563"/>
                  </a:lnTo>
                  <a:lnTo>
                    <a:pt x="365" y="894"/>
                  </a:lnTo>
                  <a:lnTo>
                    <a:pt x="166" y="1225"/>
                  </a:lnTo>
                  <a:lnTo>
                    <a:pt x="100" y="1424"/>
                  </a:lnTo>
                  <a:lnTo>
                    <a:pt x="34" y="1590"/>
                  </a:lnTo>
                  <a:lnTo>
                    <a:pt x="1" y="1788"/>
                  </a:lnTo>
                  <a:lnTo>
                    <a:pt x="1" y="2020"/>
                  </a:lnTo>
                  <a:lnTo>
                    <a:pt x="1" y="2219"/>
                  </a:lnTo>
                  <a:lnTo>
                    <a:pt x="34" y="2417"/>
                  </a:lnTo>
                  <a:lnTo>
                    <a:pt x="100" y="2616"/>
                  </a:lnTo>
                  <a:lnTo>
                    <a:pt x="166" y="2815"/>
                  </a:lnTo>
                  <a:lnTo>
                    <a:pt x="365" y="3146"/>
                  </a:lnTo>
                  <a:lnTo>
                    <a:pt x="597" y="3444"/>
                  </a:lnTo>
                  <a:lnTo>
                    <a:pt x="895" y="3676"/>
                  </a:lnTo>
                  <a:lnTo>
                    <a:pt x="1226" y="3874"/>
                  </a:lnTo>
                  <a:lnTo>
                    <a:pt x="1424" y="3940"/>
                  </a:lnTo>
                  <a:lnTo>
                    <a:pt x="1623" y="4007"/>
                  </a:lnTo>
                  <a:lnTo>
                    <a:pt x="1822" y="4040"/>
                  </a:lnTo>
                  <a:lnTo>
                    <a:pt x="2252" y="4040"/>
                  </a:lnTo>
                  <a:lnTo>
                    <a:pt x="2451" y="4007"/>
                  </a:lnTo>
                  <a:lnTo>
                    <a:pt x="2616" y="3940"/>
                  </a:lnTo>
                  <a:lnTo>
                    <a:pt x="2815" y="3874"/>
                  </a:lnTo>
                  <a:lnTo>
                    <a:pt x="3146" y="3676"/>
                  </a:lnTo>
                  <a:lnTo>
                    <a:pt x="3477" y="3444"/>
                  </a:lnTo>
                  <a:lnTo>
                    <a:pt x="3709" y="3146"/>
                  </a:lnTo>
                  <a:lnTo>
                    <a:pt x="3908" y="2815"/>
                  </a:lnTo>
                  <a:lnTo>
                    <a:pt x="3974" y="2616"/>
                  </a:lnTo>
                  <a:lnTo>
                    <a:pt x="4007" y="2417"/>
                  </a:lnTo>
                  <a:lnTo>
                    <a:pt x="4040" y="2219"/>
                  </a:lnTo>
                  <a:lnTo>
                    <a:pt x="4040" y="2020"/>
                  </a:lnTo>
                  <a:lnTo>
                    <a:pt x="4040" y="1788"/>
                  </a:lnTo>
                  <a:lnTo>
                    <a:pt x="4007" y="1590"/>
                  </a:lnTo>
                  <a:lnTo>
                    <a:pt x="3974" y="1424"/>
                  </a:lnTo>
                  <a:lnTo>
                    <a:pt x="3908" y="1225"/>
                  </a:lnTo>
                  <a:lnTo>
                    <a:pt x="3709" y="894"/>
                  </a:lnTo>
                  <a:lnTo>
                    <a:pt x="3477" y="563"/>
                  </a:lnTo>
                  <a:lnTo>
                    <a:pt x="3146" y="332"/>
                  </a:lnTo>
                  <a:lnTo>
                    <a:pt x="2815" y="133"/>
                  </a:lnTo>
                  <a:lnTo>
                    <a:pt x="2616" y="67"/>
                  </a:lnTo>
                  <a:lnTo>
                    <a:pt x="2451" y="34"/>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0"/>
            <p:cNvSpPr/>
            <p:nvPr/>
          </p:nvSpPr>
          <p:spPr>
            <a:xfrm>
              <a:off x="1607375" y="238125"/>
              <a:ext cx="101025" cy="101000"/>
            </a:xfrm>
            <a:custGeom>
              <a:avLst/>
              <a:gdLst/>
              <a:ahLst/>
              <a:cxnLst/>
              <a:rect l="l" t="t" r="r" b="b"/>
              <a:pathLst>
                <a:path w="4041" h="4040" extrusionOk="0">
                  <a:moveTo>
                    <a:pt x="1822" y="0"/>
                  </a:moveTo>
                  <a:lnTo>
                    <a:pt x="1623" y="33"/>
                  </a:lnTo>
                  <a:lnTo>
                    <a:pt x="1424" y="99"/>
                  </a:lnTo>
                  <a:lnTo>
                    <a:pt x="1226" y="166"/>
                  </a:lnTo>
                  <a:lnTo>
                    <a:pt x="895" y="331"/>
                  </a:lnTo>
                  <a:lnTo>
                    <a:pt x="597" y="596"/>
                  </a:lnTo>
                  <a:lnTo>
                    <a:pt x="365" y="894"/>
                  </a:lnTo>
                  <a:lnTo>
                    <a:pt x="166" y="1225"/>
                  </a:lnTo>
                  <a:lnTo>
                    <a:pt x="100" y="1424"/>
                  </a:lnTo>
                  <a:lnTo>
                    <a:pt x="34" y="1622"/>
                  </a:lnTo>
                  <a:lnTo>
                    <a:pt x="1" y="1821"/>
                  </a:lnTo>
                  <a:lnTo>
                    <a:pt x="1" y="2020"/>
                  </a:lnTo>
                  <a:lnTo>
                    <a:pt x="1" y="2218"/>
                  </a:lnTo>
                  <a:lnTo>
                    <a:pt x="34" y="2417"/>
                  </a:lnTo>
                  <a:lnTo>
                    <a:pt x="100" y="2616"/>
                  </a:lnTo>
                  <a:lnTo>
                    <a:pt x="166" y="2814"/>
                  </a:lnTo>
                  <a:lnTo>
                    <a:pt x="365" y="3145"/>
                  </a:lnTo>
                  <a:lnTo>
                    <a:pt x="597" y="3443"/>
                  </a:lnTo>
                  <a:lnTo>
                    <a:pt x="895" y="3708"/>
                  </a:lnTo>
                  <a:lnTo>
                    <a:pt x="1226" y="3907"/>
                  </a:lnTo>
                  <a:lnTo>
                    <a:pt x="1424" y="3973"/>
                  </a:lnTo>
                  <a:lnTo>
                    <a:pt x="1623" y="4006"/>
                  </a:lnTo>
                  <a:lnTo>
                    <a:pt x="1822" y="4039"/>
                  </a:lnTo>
                  <a:lnTo>
                    <a:pt x="2252" y="4039"/>
                  </a:lnTo>
                  <a:lnTo>
                    <a:pt x="2451" y="4006"/>
                  </a:lnTo>
                  <a:lnTo>
                    <a:pt x="2616" y="3973"/>
                  </a:lnTo>
                  <a:lnTo>
                    <a:pt x="2815" y="3907"/>
                  </a:lnTo>
                  <a:lnTo>
                    <a:pt x="3146" y="3708"/>
                  </a:lnTo>
                  <a:lnTo>
                    <a:pt x="3477" y="3443"/>
                  </a:lnTo>
                  <a:lnTo>
                    <a:pt x="3709" y="3145"/>
                  </a:lnTo>
                  <a:lnTo>
                    <a:pt x="3908" y="2814"/>
                  </a:lnTo>
                  <a:lnTo>
                    <a:pt x="3974" y="2616"/>
                  </a:lnTo>
                  <a:lnTo>
                    <a:pt x="4007" y="2417"/>
                  </a:lnTo>
                  <a:lnTo>
                    <a:pt x="4040" y="2218"/>
                  </a:lnTo>
                  <a:lnTo>
                    <a:pt x="4040" y="2020"/>
                  </a:lnTo>
                  <a:lnTo>
                    <a:pt x="4040" y="1821"/>
                  </a:lnTo>
                  <a:lnTo>
                    <a:pt x="4007" y="1622"/>
                  </a:lnTo>
                  <a:lnTo>
                    <a:pt x="3974" y="1424"/>
                  </a:lnTo>
                  <a:lnTo>
                    <a:pt x="3908" y="1225"/>
                  </a:lnTo>
                  <a:lnTo>
                    <a:pt x="3709" y="894"/>
                  </a:lnTo>
                  <a:lnTo>
                    <a:pt x="3477" y="596"/>
                  </a:lnTo>
                  <a:lnTo>
                    <a:pt x="3146" y="331"/>
                  </a:lnTo>
                  <a:lnTo>
                    <a:pt x="2815" y="166"/>
                  </a:lnTo>
                  <a:lnTo>
                    <a:pt x="2616" y="99"/>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0"/>
            <p:cNvSpPr/>
            <p:nvPr/>
          </p:nvSpPr>
          <p:spPr>
            <a:xfrm>
              <a:off x="1366500" y="23977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67" y="1424"/>
                  </a:lnTo>
                  <a:lnTo>
                    <a:pt x="34" y="1623"/>
                  </a:lnTo>
                  <a:lnTo>
                    <a:pt x="1" y="1821"/>
                  </a:lnTo>
                  <a:lnTo>
                    <a:pt x="1" y="2020"/>
                  </a:lnTo>
                  <a:lnTo>
                    <a:pt x="1" y="2219"/>
                  </a:lnTo>
                  <a:lnTo>
                    <a:pt x="34" y="2417"/>
                  </a:lnTo>
                  <a:lnTo>
                    <a:pt x="67" y="2616"/>
                  </a:lnTo>
                  <a:lnTo>
                    <a:pt x="166" y="2815"/>
                  </a:lnTo>
                  <a:lnTo>
                    <a:pt x="332" y="3146"/>
                  </a:lnTo>
                  <a:lnTo>
                    <a:pt x="597" y="3444"/>
                  </a:lnTo>
                  <a:lnTo>
                    <a:pt x="895" y="3708"/>
                  </a:lnTo>
                  <a:lnTo>
                    <a:pt x="1226" y="3874"/>
                  </a:lnTo>
                  <a:lnTo>
                    <a:pt x="1425" y="3940"/>
                  </a:lnTo>
                  <a:lnTo>
                    <a:pt x="1623" y="4006"/>
                  </a:lnTo>
                  <a:lnTo>
                    <a:pt x="1822" y="4040"/>
                  </a:lnTo>
                  <a:lnTo>
                    <a:pt x="2219" y="4040"/>
                  </a:lnTo>
                  <a:lnTo>
                    <a:pt x="2418" y="4006"/>
                  </a:lnTo>
                  <a:lnTo>
                    <a:pt x="2616" y="3940"/>
                  </a:lnTo>
                  <a:lnTo>
                    <a:pt x="2815" y="3874"/>
                  </a:lnTo>
                  <a:lnTo>
                    <a:pt x="3146" y="3708"/>
                  </a:lnTo>
                  <a:lnTo>
                    <a:pt x="3444" y="3444"/>
                  </a:lnTo>
                  <a:lnTo>
                    <a:pt x="3709" y="3146"/>
                  </a:lnTo>
                  <a:lnTo>
                    <a:pt x="3875" y="2815"/>
                  </a:lnTo>
                  <a:lnTo>
                    <a:pt x="3941" y="2616"/>
                  </a:lnTo>
                  <a:lnTo>
                    <a:pt x="4007" y="2417"/>
                  </a:lnTo>
                  <a:lnTo>
                    <a:pt x="4040" y="2219"/>
                  </a:lnTo>
                  <a:lnTo>
                    <a:pt x="4040" y="2020"/>
                  </a:lnTo>
                  <a:lnTo>
                    <a:pt x="4040" y="1821"/>
                  </a:lnTo>
                  <a:lnTo>
                    <a:pt x="4007" y="1623"/>
                  </a:lnTo>
                  <a:lnTo>
                    <a:pt x="3941" y="1424"/>
                  </a:lnTo>
                  <a:lnTo>
                    <a:pt x="3875" y="1225"/>
                  </a:lnTo>
                  <a:lnTo>
                    <a:pt x="3709" y="894"/>
                  </a:lnTo>
                  <a:lnTo>
                    <a:pt x="3444" y="596"/>
                  </a:lnTo>
                  <a:lnTo>
                    <a:pt x="3146" y="331"/>
                  </a:lnTo>
                  <a:lnTo>
                    <a:pt x="2815" y="166"/>
                  </a:lnTo>
                  <a:lnTo>
                    <a:pt x="2616" y="100"/>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0"/>
            <p:cNvSpPr/>
            <p:nvPr/>
          </p:nvSpPr>
          <p:spPr>
            <a:xfrm>
              <a:off x="1121500" y="239775"/>
              <a:ext cx="101825" cy="101000"/>
            </a:xfrm>
            <a:custGeom>
              <a:avLst/>
              <a:gdLst/>
              <a:ahLst/>
              <a:cxnLst/>
              <a:rect l="l" t="t" r="r" b="b"/>
              <a:pathLst>
                <a:path w="4073" h="4040" extrusionOk="0">
                  <a:moveTo>
                    <a:pt x="1821" y="0"/>
                  </a:moveTo>
                  <a:lnTo>
                    <a:pt x="1623" y="33"/>
                  </a:lnTo>
                  <a:lnTo>
                    <a:pt x="1424" y="100"/>
                  </a:lnTo>
                  <a:lnTo>
                    <a:pt x="1259" y="166"/>
                  </a:lnTo>
                  <a:lnTo>
                    <a:pt x="894" y="331"/>
                  </a:lnTo>
                  <a:lnTo>
                    <a:pt x="596" y="596"/>
                  </a:lnTo>
                  <a:lnTo>
                    <a:pt x="365" y="894"/>
                  </a:lnTo>
                  <a:lnTo>
                    <a:pt x="166" y="1225"/>
                  </a:lnTo>
                  <a:lnTo>
                    <a:pt x="100" y="1424"/>
                  </a:lnTo>
                  <a:lnTo>
                    <a:pt x="34" y="1623"/>
                  </a:lnTo>
                  <a:lnTo>
                    <a:pt x="0" y="1821"/>
                  </a:lnTo>
                  <a:lnTo>
                    <a:pt x="0" y="2020"/>
                  </a:lnTo>
                  <a:lnTo>
                    <a:pt x="0" y="2219"/>
                  </a:lnTo>
                  <a:lnTo>
                    <a:pt x="34" y="2417"/>
                  </a:lnTo>
                  <a:lnTo>
                    <a:pt x="100" y="2616"/>
                  </a:lnTo>
                  <a:lnTo>
                    <a:pt x="166" y="2815"/>
                  </a:lnTo>
                  <a:lnTo>
                    <a:pt x="365" y="3146"/>
                  </a:lnTo>
                  <a:lnTo>
                    <a:pt x="596" y="3444"/>
                  </a:lnTo>
                  <a:lnTo>
                    <a:pt x="894" y="3708"/>
                  </a:lnTo>
                  <a:lnTo>
                    <a:pt x="1259" y="3874"/>
                  </a:lnTo>
                  <a:lnTo>
                    <a:pt x="1424" y="3940"/>
                  </a:lnTo>
                  <a:lnTo>
                    <a:pt x="1623" y="4006"/>
                  </a:lnTo>
                  <a:lnTo>
                    <a:pt x="1821" y="4040"/>
                  </a:lnTo>
                  <a:lnTo>
                    <a:pt x="2252" y="4040"/>
                  </a:lnTo>
                  <a:lnTo>
                    <a:pt x="2450" y="4006"/>
                  </a:lnTo>
                  <a:lnTo>
                    <a:pt x="2649" y="3940"/>
                  </a:lnTo>
                  <a:lnTo>
                    <a:pt x="2815" y="3874"/>
                  </a:lnTo>
                  <a:lnTo>
                    <a:pt x="3179" y="3708"/>
                  </a:lnTo>
                  <a:lnTo>
                    <a:pt x="3477" y="3444"/>
                  </a:lnTo>
                  <a:lnTo>
                    <a:pt x="3709" y="3146"/>
                  </a:lnTo>
                  <a:lnTo>
                    <a:pt x="3907" y="2815"/>
                  </a:lnTo>
                  <a:lnTo>
                    <a:pt x="3974" y="2616"/>
                  </a:lnTo>
                  <a:lnTo>
                    <a:pt x="4007" y="2417"/>
                  </a:lnTo>
                  <a:lnTo>
                    <a:pt x="4040" y="2219"/>
                  </a:lnTo>
                  <a:lnTo>
                    <a:pt x="4073" y="2020"/>
                  </a:lnTo>
                  <a:lnTo>
                    <a:pt x="4040" y="1821"/>
                  </a:lnTo>
                  <a:lnTo>
                    <a:pt x="4007" y="1623"/>
                  </a:lnTo>
                  <a:lnTo>
                    <a:pt x="3974" y="1424"/>
                  </a:lnTo>
                  <a:lnTo>
                    <a:pt x="3907" y="1225"/>
                  </a:lnTo>
                  <a:lnTo>
                    <a:pt x="3709" y="894"/>
                  </a:lnTo>
                  <a:lnTo>
                    <a:pt x="3477" y="596"/>
                  </a:lnTo>
                  <a:lnTo>
                    <a:pt x="3179" y="331"/>
                  </a:lnTo>
                  <a:lnTo>
                    <a:pt x="2815" y="166"/>
                  </a:lnTo>
                  <a:lnTo>
                    <a:pt x="2649" y="100"/>
                  </a:lnTo>
                  <a:lnTo>
                    <a:pt x="2450"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0"/>
            <p:cNvSpPr/>
            <p:nvPr/>
          </p:nvSpPr>
          <p:spPr>
            <a:xfrm>
              <a:off x="877325" y="239775"/>
              <a:ext cx="101000" cy="101000"/>
            </a:xfrm>
            <a:custGeom>
              <a:avLst/>
              <a:gdLst/>
              <a:ahLst/>
              <a:cxnLst/>
              <a:rect l="l" t="t" r="r" b="b"/>
              <a:pathLst>
                <a:path w="4040" h="4040" extrusionOk="0">
                  <a:moveTo>
                    <a:pt x="1821" y="0"/>
                  </a:moveTo>
                  <a:lnTo>
                    <a:pt x="1589" y="33"/>
                  </a:lnTo>
                  <a:lnTo>
                    <a:pt x="1424" y="100"/>
                  </a:lnTo>
                  <a:lnTo>
                    <a:pt x="1225" y="166"/>
                  </a:lnTo>
                  <a:lnTo>
                    <a:pt x="894" y="331"/>
                  </a:lnTo>
                  <a:lnTo>
                    <a:pt x="596" y="596"/>
                  </a:lnTo>
                  <a:lnTo>
                    <a:pt x="331" y="894"/>
                  </a:lnTo>
                  <a:lnTo>
                    <a:pt x="133" y="1225"/>
                  </a:lnTo>
                  <a:lnTo>
                    <a:pt x="66" y="1424"/>
                  </a:lnTo>
                  <a:lnTo>
                    <a:pt x="33" y="1623"/>
                  </a:lnTo>
                  <a:lnTo>
                    <a:pt x="0" y="1821"/>
                  </a:lnTo>
                  <a:lnTo>
                    <a:pt x="0" y="2020"/>
                  </a:lnTo>
                  <a:lnTo>
                    <a:pt x="0" y="2219"/>
                  </a:lnTo>
                  <a:lnTo>
                    <a:pt x="33" y="2417"/>
                  </a:lnTo>
                  <a:lnTo>
                    <a:pt x="66" y="2616"/>
                  </a:lnTo>
                  <a:lnTo>
                    <a:pt x="133" y="2815"/>
                  </a:lnTo>
                  <a:lnTo>
                    <a:pt x="331" y="3146"/>
                  </a:lnTo>
                  <a:lnTo>
                    <a:pt x="596" y="3444"/>
                  </a:lnTo>
                  <a:lnTo>
                    <a:pt x="894" y="3708"/>
                  </a:lnTo>
                  <a:lnTo>
                    <a:pt x="1225" y="3874"/>
                  </a:lnTo>
                  <a:lnTo>
                    <a:pt x="1424" y="3940"/>
                  </a:lnTo>
                  <a:lnTo>
                    <a:pt x="1589" y="4006"/>
                  </a:lnTo>
                  <a:lnTo>
                    <a:pt x="1821" y="4040"/>
                  </a:lnTo>
                  <a:lnTo>
                    <a:pt x="2218" y="4040"/>
                  </a:lnTo>
                  <a:lnTo>
                    <a:pt x="2417" y="4006"/>
                  </a:lnTo>
                  <a:lnTo>
                    <a:pt x="2616" y="3940"/>
                  </a:lnTo>
                  <a:lnTo>
                    <a:pt x="2814" y="3874"/>
                  </a:lnTo>
                  <a:lnTo>
                    <a:pt x="3145" y="3708"/>
                  </a:lnTo>
                  <a:lnTo>
                    <a:pt x="3443" y="3444"/>
                  </a:lnTo>
                  <a:lnTo>
                    <a:pt x="3708" y="3146"/>
                  </a:lnTo>
                  <a:lnTo>
                    <a:pt x="3874" y="2815"/>
                  </a:lnTo>
                  <a:lnTo>
                    <a:pt x="3940" y="2616"/>
                  </a:lnTo>
                  <a:lnTo>
                    <a:pt x="4006" y="2417"/>
                  </a:lnTo>
                  <a:lnTo>
                    <a:pt x="4039" y="2219"/>
                  </a:lnTo>
                  <a:lnTo>
                    <a:pt x="4039" y="2020"/>
                  </a:lnTo>
                  <a:lnTo>
                    <a:pt x="4039" y="1821"/>
                  </a:lnTo>
                  <a:lnTo>
                    <a:pt x="4006" y="1623"/>
                  </a:lnTo>
                  <a:lnTo>
                    <a:pt x="3940" y="1424"/>
                  </a:lnTo>
                  <a:lnTo>
                    <a:pt x="3874" y="1225"/>
                  </a:lnTo>
                  <a:lnTo>
                    <a:pt x="3708" y="894"/>
                  </a:lnTo>
                  <a:lnTo>
                    <a:pt x="3443" y="596"/>
                  </a:lnTo>
                  <a:lnTo>
                    <a:pt x="3145" y="331"/>
                  </a:lnTo>
                  <a:lnTo>
                    <a:pt x="2814" y="166"/>
                  </a:lnTo>
                  <a:lnTo>
                    <a:pt x="2616" y="100"/>
                  </a:lnTo>
                  <a:lnTo>
                    <a:pt x="2417" y="33"/>
                  </a:lnTo>
                  <a:lnTo>
                    <a:pt x="2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2" name="Google Shape;932;p30"/>
          <p:cNvSpPr/>
          <p:nvPr/>
        </p:nvSpPr>
        <p:spPr>
          <a:xfrm>
            <a:off x="0" y="131950"/>
            <a:ext cx="1143446" cy="505660"/>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7750" y="365760"/>
            <a:ext cx="7708500" cy="548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Rhodium Libre"/>
              <a:buNone/>
              <a:defRPr sz="3000" b="1">
                <a:solidFill>
                  <a:schemeClr val="dk1"/>
                </a:solidFill>
                <a:latin typeface="Rhodium Libre"/>
                <a:ea typeface="Rhodium Libre"/>
                <a:cs typeface="Rhodium Libre"/>
                <a:sym typeface="Rhodium Libre"/>
              </a:defRPr>
            </a:lvl1pPr>
            <a:lvl2pPr lvl="1"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2pPr>
            <a:lvl3pPr lvl="2"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3pPr>
            <a:lvl4pPr lvl="3"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4pPr>
            <a:lvl5pPr lvl="4"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5pPr>
            <a:lvl6pPr lvl="5"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6pPr>
            <a:lvl7pPr lvl="6"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7pPr>
            <a:lvl8pPr lvl="7"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8pPr>
            <a:lvl9pPr lvl="8"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692700" y="1351875"/>
            <a:ext cx="7711800" cy="3247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1pPr>
            <a:lvl2pPr marL="914400" lvl="1"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2pPr>
            <a:lvl3pPr marL="1371600" lvl="2"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3pPr>
            <a:lvl4pPr marL="1828800" lvl="3"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4pPr>
            <a:lvl5pPr marL="2286000" lvl="4"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5pPr>
            <a:lvl6pPr marL="2743200" lvl="5"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6pPr>
            <a:lvl7pPr marL="3200400" lvl="6"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7pPr>
            <a:lvl8pPr marL="3657600" lvl="7"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8pPr>
            <a:lvl9pPr marL="4114800" lvl="8" indent="-317500">
              <a:lnSpc>
                <a:spcPct val="100000"/>
              </a:lnSpc>
              <a:spcBef>
                <a:spcPts val="0"/>
              </a:spcBef>
              <a:spcAft>
                <a:spcPts val="0"/>
              </a:spcAft>
              <a:buClr>
                <a:schemeClr val="lt1"/>
              </a:buClr>
              <a:buSzPts val="1400"/>
              <a:buFont typeface="Albert Sans"/>
              <a:buChar char="■"/>
              <a:defRPr>
                <a:solidFill>
                  <a:schemeClr val="lt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8" r:id="rId4"/>
    <p:sldLayoutId id="2147483659" r:id="rId5"/>
    <p:sldLayoutId id="2147483666" r:id="rId6"/>
    <p:sldLayoutId id="2147483675" r:id="rId7"/>
    <p:sldLayoutId id="214748367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s://www.freepik.com/free-photo/person-hand-holding-monitor-with-cardiogram_3140817.htm/?utm_source=slidesgo_template&amp;utm_medium=referral-link&amp;utm_campaign=sg_resources&amp;utm_content=freepik"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p34"/>
          <p:cNvSpPr txBox="1">
            <a:spLocks noGrp="1"/>
          </p:cNvSpPr>
          <p:nvPr>
            <p:ph type="ctrTitle"/>
          </p:nvPr>
        </p:nvSpPr>
        <p:spPr>
          <a:xfrm>
            <a:off x="713375" y="1098577"/>
            <a:ext cx="5245800" cy="242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500"/>
              <a:t>Predicting Patient Heart Attacks</a:t>
            </a:r>
            <a:endParaRPr sz="7500"/>
          </a:p>
        </p:txBody>
      </p:sp>
      <p:sp>
        <p:nvSpPr>
          <p:cNvPr id="944" name="Google Shape;944;p34"/>
          <p:cNvSpPr txBox="1">
            <a:spLocks noGrp="1"/>
          </p:cNvSpPr>
          <p:nvPr>
            <p:ph type="subTitle" idx="1"/>
          </p:nvPr>
        </p:nvSpPr>
        <p:spPr>
          <a:xfrm>
            <a:off x="713225" y="3679223"/>
            <a:ext cx="5049000"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err="1"/>
              <a:t>Arpa</a:t>
            </a:r>
            <a:r>
              <a:rPr lang="en"/>
              <a:t> </a:t>
            </a:r>
            <a:r>
              <a:rPr lang="en" err="1"/>
              <a:t>Banik</a:t>
            </a:r>
            <a:r>
              <a:rPr lang="en"/>
              <a:t> and </a:t>
            </a:r>
            <a:r>
              <a:rPr lang="en" err="1"/>
              <a:t>Janhavi</a:t>
            </a:r>
            <a:r>
              <a:rPr lang="en"/>
              <a:t> </a:t>
            </a:r>
            <a:r>
              <a:rPr lang="en" err="1"/>
              <a:t>Maniar</a:t>
            </a:r>
            <a:endParaRPr/>
          </a:p>
        </p:txBody>
      </p:sp>
      <p:pic>
        <p:nvPicPr>
          <p:cNvPr id="945" name="Google Shape;945;p34"/>
          <p:cNvPicPr preferRelativeResize="0">
            <a:picLocks noGrp="1"/>
          </p:cNvPicPr>
          <p:nvPr>
            <p:ph type="pic" idx="2"/>
          </p:nvPr>
        </p:nvPicPr>
        <p:blipFill rotWithShape="1">
          <a:blip r:embed="rId3">
            <a:alphaModFix/>
          </a:blip>
          <a:srcRect l="4101" r="8455"/>
          <a:stretch/>
        </p:blipFill>
        <p:spPr>
          <a:xfrm>
            <a:off x="6154010" y="0"/>
            <a:ext cx="2990088" cy="5143500"/>
          </a:xfrm>
          <a:prstGeom prst="rect">
            <a:avLst/>
          </a:prstGeom>
        </p:spPr>
      </p:pic>
      <p:sp>
        <p:nvSpPr>
          <p:cNvPr id="946" name="Google Shape;946;p34"/>
          <p:cNvSpPr/>
          <p:nvPr/>
        </p:nvSpPr>
        <p:spPr>
          <a:xfrm flipH="1">
            <a:off x="6587200" y="3957863"/>
            <a:ext cx="2556900" cy="1130725"/>
          </a:xfrm>
          <a:custGeom>
            <a:avLst/>
            <a:gdLst/>
            <a:ahLst/>
            <a:cxnLst/>
            <a:rect l="l" t="t" r="r" b="b"/>
            <a:pathLst>
              <a:path w="102276" h="45229" extrusionOk="0">
                <a:moveTo>
                  <a:pt x="19998" y="0"/>
                </a:moveTo>
                <a:lnTo>
                  <a:pt x="19833" y="34"/>
                </a:lnTo>
                <a:lnTo>
                  <a:pt x="19667" y="100"/>
                </a:lnTo>
                <a:lnTo>
                  <a:pt x="19535" y="199"/>
                </a:lnTo>
                <a:lnTo>
                  <a:pt x="19468" y="365"/>
                </a:lnTo>
                <a:lnTo>
                  <a:pt x="12515" y="23872"/>
                </a:lnTo>
                <a:lnTo>
                  <a:pt x="497" y="23872"/>
                </a:lnTo>
                <a:lnTo>
                  <a:pt x="397" y="23906"/>
                </a:lnTo>
                <a:lnTo>
                  <a:pt x="298" y="23939"/>
                </a:lnTo>
                <a:lnTo>
                  <a:pt x="132" y="24038"/>
                </a:lnTo>
                <a:lnTo>
                  <a:pt x="33" y="24204"/>
                </a:lnTo>
                <a:lnTo>
                  <a:pt x="0" y="24303"/>
                </a:lnTo>
                <a:lnTo>
                  <a:pt x="0" y="24402"/>
                </a:lnTo>
                <a:lnTo>
                  <a:pt x="0" y="24501"/>
                </a:lnTo>
                <a:lnTo>
                  <a:pt x="33" y="24601"/>
                </a:lnTo>
                <a:lnTo>
                  <a:pt x="132" y="24766"/>
                </a:lnTo>
                <a:lnTo>
                  <a:pt x="298" y="24866"/>
                </a:lnTo>
                <a:lnTo>
                  <a:pt x="397" y="24899"/>
                </a:lnTo>
                <a:lnTo>
                  <a:pt x="12880" y="24899"/>
                </a:lnTo>
                <a:lnTo>
                  <a:pt x="13045" y="24866"/>
                </a:lnTo>
                <a:lnTo>
                  <a:pt x="13178" y="24799"/>
                </a:lnTo>
                <a:lnTo>
                  <a:pt x="13310" y="24700"/>
                </a:lnTo>
                <a:lnTo>
                  <a:pt x="13376" y="24535"/>
                </a:lnTo>
                <a:lnTo>
                  <a:pt x="19799" y="2848"/>
                </a:lnTo>
                <a:lnTo>
                  <a:pt x="26289" y="44798"/>
                </a:lnTo>
                <a:lnTo>
                  <a:pt x="26322" y="44963"/>
                </a:lnTo>
                <a:lnTo>
                  <a:pt x="26421" y="45096"/>
                </a:lnTo>
                <a:lnTo>
                  <a:pt x="26587" y="45195"/>
                </a:lnTo>
                <a:lnTo>
                  <a:pt x="26752" y="45228"/>
                </a:lnTo>
                <a:lnTo>
                  <a:pt x="26786" y="45228"/>
                </a:lnTo>
                <a:lnTo>
                  <a:pt x="26951" y="45195"/>
                </a:lnTo>
                <a:lnTo>
                  <a:pt x="27084" y="45129"/>
                </a:lnTo>
                <a:lnTo>
                  <a:pt x="27216" y="44996"/>
                </a:lnTo>
                <a:lnTo>
                  <a:pt x="27282" y="44831"/>
                </a:lnTo>
                <a:lnTo>
                  <a:pt x="36884" y="3808"/>
                </a:lnTo>
                <a:lnTo>
                  <a:pt x="39665" y="16092"/>
                </a:lnTo>
                <a:lnTo>
                  <a:pt x="39731" y="16257"/>
                </a:lnTo>
                <a:lnTo>
                  <a:pt x="39831" y="16390"/>
                </a:lnTo>
                <a:lnTo>
                  <a:pt x="39996" y="16456"/>
                </a:lnTo>
                <a:lnTo>
                  <a:pt x="40162" y="16489"/>
                </a:lnTo>
                <a:lnTo>
                  <a:pt x="101878" y="16489"/>
                </a:lnTo>
                <a:lnTo>
                  <a:pt x="101944" y="16456"/>
                </a:lnTo>
                <a:lnTo>
                  <a:pt x="102110" y="16323"/>
                </a:lnTo>
                <a:lnTo>
                  <a:pt x="102242" y="16158"/>
                </a:lnTo>
                <a:lnTo>
                  <a:pt x="102275" y="16092"/>
                </a:lnTo>
                <a:lnTo>
                  <a:pt x="102275" y="15959"/>
                </a:lnTo>
                <a:lnTo>
                  <a:pt x="102275" y="15860"/>
                </a:lnTo>
                <a:lnTo>
                  <a:pt x="102242" y="15761"/>
                </a:lnTo>
                <a:lnTo>
                  <a:pt x="102110" y="15628"/>
                </a:lnTo>
                <a:lnTo>
                  <a:pt x="101944" y="15496"/>
                </a:lnTo>
                <a:lnTo>
                  <a:pt x="101878" y="15463"/>
                </a:lnTo>
                <a:lnTo>
                  <a:pt x="40559" y="15463"/>
                </a:lnTo>
                <a:lnTo>
                  <a:pt x="37381" y="1424"/>
                </a:lnTo>
                <a:lnTo>
                  <a:pt x="37314" y="1259"/>
                </a:lnTo>
                <a:lnTo>
                  <a:pt x="37215" y="1126"/>
                </a:lnTo>
                <a:lnTo>
                  <a:pt x="37050" y="1060"/>
                </a:lnTo>
                <a:lnTo>
                  <a:pt x="36884" y="1027"/>
                </a:lnTo>
                <a:lnTo>
                  <a:pt x="36718" y="1060"/>
                </a:lnTo>
                <a:lnTo>
                  <a:pt x="36553" y="1126"/>
                </a:lnTo>
                <a:lnTo>
                  <a:pt x="36454" y="1259"/>
                </a:lnTo>
                <a:lnTo>
                  <a:pt x="36387" y="1424"/>
                </a:lnTo>
                <a:lnTo>
                  <a:pt x="26885" y="42050"/>
                </a:lnTo>
                <a:lnTo>
                  <a:pt x="20462" y="431"/>
                </a:lnTo>
                <a:lnTo>
                  <a:pt x="20395" y="265"/>
                </a:lnTo>
                <a:lnTo>
                  <a:pt x="20296" y="133"/>
                </a:lnTo>
                <a:lnTo>
                  <a:pt x="20164" y="34"/>
                </a:lnTo>
                <a:lnTo>
                  <a:pt x="199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7" name="Google Shape;947;p34"/>
          <p:cNvGrpSpPr/>
          <p:nvPr/>
        </p:nvGrpSpPr>
        <p:grpSpPr>
          <a:xfrm>
            <a:off x="6849563" y="223412"/>
            <a:ext cx="2054450" cy="591850"/>
            <a:chOff x="4696500" y="436775"/>
            <a:chExt cx="2054450" cy="591850"/>
          </a:xfrm>
        </p:grpSpPr>
        <p:sp>
          <p:nvSpPr>
            <p:cNvPr id="948" name="Google Shape;948;p34"/>
            <p:cNvSpPr/>
            <p:nvPr/>
          </p:nvSpPr>
          <p:spPr>
            <a:xfrm>
              <a:off x="6649950" y="680950"/>
              <a:ext cx="101000" cy="101850"/>
            </a:xfrm>
            <a:custGeom>
              <a:avLst/>
              <a:gdLst/>
              <a:ahLst/>
              <a:cxnLst/>
              <a:rect l="l" t="t" r="r" b="b"/>
              <a:pathLst>
                <a:path w="4040" h="4074" extrusionOk="0">
                  <a:moveTo>
                    <a:pt x="2020" y="1"/>
                  </a:moveTo>
                  <a:lnTo>
                    <a:pt x="1822" y="34"/>
                  </a:lnTo>
                  <a:lnTo>
                    <a:pt x="1623" y="67"/>
                  </a:lnTo>
                  <a:lnTo>
                    <a:pt x="1424" y="100"/>
                  </a:lnTo>
                  <a:lnTo>
                    <a:pt x="1226" y="166"/>
                  </a:lnTo>
                  <a:lnTo>
                    <a:pt x="895" y="365"/>
                  </a:lnTo>
                  <a:lnTo>
                    <a:pt x="597" y="597"/>
                  </a:lnTo>
                  <a:lnTo>
                    <a:pt x="365" y="895"/>
                  </a:lnTo>
                  <a:lnTo>
                    <a:pt x="166" y="1259"/>
                  </a:lnTo>
                  <a:lnTo>
                    <a:pt x="100" y="1424"/>
                  </a:lnTo>
                  <a:lnTo>
                    <a:pt x="34" y="1623"/>
                  </a:lnTo>
                  <a:lnTo>
                    <a:pt x="1" y="1822"/>
                  </a:lnTo>
                  <a:lnTo>
                    <a:pt x="1" y="2020"/>
                  </a:lnTo>
                  <a:lnTo>
                    <a:pt x="1" y="2252"/>
                  </a:lnTo>
                  <a:lnTo>
                    <a:pt x="34" y="2451"/>
                  </a:lnTo>
                  <a:lnTo>
                    <a:pt x="100" y="2649"/>
                  </a:lnTo>
                  <a:lnTo>
                    <a:pt x="166" y="2815"/>
                  </a:lnTo>
                  <a:lnTo>
                    <a:pt x="365" y="3179"/>
                  </a:lnTo>
                  <a:lnTo>
                    <a:pt x="597" y="3477"/>
                  </a:lnTo>
                  <a:lnTo>
                    <a:pt x="895" y="3709"/>
                  </a:lnTo>
                  <a:lnTo>
                    <a:pt x="1226" y="3908"/>
                  </a:lnTo>
                  <a:lnTo>
                    <a:pt x="1424" y="3974"/>
                  </a:lnTo>
                  <a:lnTo>
                    <a:pt x="1623" y="4007"/>
                  </a:lnTo>
                  <a:lnTo>
                    <a:pt x="1822" y="4040"/>
                  </a:lnTo>
                  <a:lnTo>
                    <a:pt x="2020" y="4073"/>
                  </a:lnTo>
                  <a:lnTo>
                    <a:pt x="2252" y="4040"/>
                  </a:lnTo>
                  <a:lnTo>
                    <a:pt x="2451" y="4007"/>
                  </a:lnTo>
                  <a:lnTo>
                    <a:pt x="2649" y="3974"/>
                  </a:lnTo>
                  <a:lnTo>
                    <a:pt x="2815" y="3908"/>
                  </a:lnTo>
                  <a:lnTo>
                    <a:pt x="3179" y="3709"/>
                  </a:lnTo>
                  <a:lnTo>
                    <a:pt x="3477"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77" y="597"/>
                  </a:lnTo>
                  <a:lnTo>
                    <a:pt x="3179" y="365"/>
                  </a:lnTo>
                  <a:lnTo>
                    <a:pt x="2815" y="166"/>
                  </a:lnTo>
                  <a:lnTo>
                    <a:pt x="2649" y="100"/>
                  </a:lnTo>
                  <a:lnTo>
                    <a:pt x="2451" y="67"/>
                  </a:lnTo>
                  <a:lnTo>
                    <a:pt x="2252"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4"/>
            <p:cNvSpPr/>
            <p:nvPr/>
          </p:nvSpPr>
          <p:spPr>
            <a:xfrm>
              <a:off x="6649950" y="436775"/>
              <a:ext cx="101000" cy="101000"/>
            </a:xfrm>
            <a:custGeom>
              <a:avLst/>
              <a:gdLst/>
              <a:ahLst/>
              <a:cxnLst/>
              <a:rect l="l" t="t" r="r" b="b"/>
              <a:pathLst>
                <a:path w="4040" h="4040" extrusionOk="0">
                  <a:moveTo>
                    <a:pt x="1822" y="0"/>
                  </a:moveTo>
                  <a:lnTo>
                    <a:pt x="1623" y="33"/>
                  </a:lnTo>
                  <a:lnTo>
                    <a:pt x="1424" y="66"/>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9"/>
                  </a:lnTo>
                  <a:lnTo>
                    <a:pt x="1226" y="3874"/>
                  </a:lnTo>
                  <a:lnTo>
                    <a:pt x="1424" y="3940"/>
                  </a:lnTo>
                  <a:lnTo>
                    <a:pt x="1623" y="4007"/>
                  </a:lnTo>
                  <a:lnTo>
                    <a:pt x="1822" y="4040"/>
                  </a:lnTo>
                  <a:lnTo>
                    <a:pt x="2252" y="4040"/>
                  </a:lnTo>
                  <a:lnTo>
                    <a:pt x="2451" y="4007"/>
                  </a:lnTo>
                  <a:lnTo>
                    <a:pt x="2649" y="3940"/>
                  </a:lnTo>
                  <a:lnTo>
                    <a:pt x="2815" y="3874"/>
                  </a:lnTo>
                  <a:lnTo>
                    <a:pt x="3179" y="3709"/>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4"/>
            <p:cNvSpPr/>
            <p:nvPr/>
          </p:nvSpPr>
          <p:spPr>
            <a:xfrm>
              <a:off x="5185675" y="927625"/>
              <a:ext cx="101025" cy="101000"/>
            </a:xfrm>
            <a:custGeom>
              <a:avLst/>
              <a:gdLst/>
              <a:ahLst/>
              <a:cxnLst/>
              <a:rect l="l" t="t" r="r" b="b"/>
              <a:pathLst>
                <a:path w="4041" h="4040" extrusionOk="0">
                  <a:moveTo>
                    <a:pt x="1822" y="0"/>
                  </a:moveTo>
                  <a:lnTo>
                    <a:pt x="1623" y="33"/>
                  </a:lnTo>
                  <a:lnTo>
                    <a:pt x="1425" y="66"/>
                  </a:lnTo>
                  <a:lnTo>
                    <a:pt x="1226" y="133"/>
                  </a:lnTo>
                  <a:lnTo>
                    <a:pt x="895" y="331"/>
                  </a:lnTo>
                  <a:lnTo>
                    <a:pt x="597" y="596"/>
                  </a:lnTo>
                  <a:lnTo>
                    <a:pt x="332" y="894"/>
                  </a:lnTo>
                  <a:lnTo>
                    <a:pt x="167" y="1225"/>
                  </a:lnTo>
                  <a:lnTo>
                    <a:pt x="100" y="1424"/>
                  </a:lnTo>
                  <a:lnTo>
                    <a:pt x="34" y="1589"/>
                  </a:lnTo>
                  <a:lnTo>
                    <a:pt x="1" y="1821"/>
                  </a:lnTo>
                  <a:lnTo>
                    <a:pt x="1" y="2020"/>
                  </a:lnTo>
                  <a:lnTo>
                    <a:pt x="1" y="2219"/>
                  </a:lnTo>
                  <a:lnTo>
                    <a:pt x="34" y="2417"/>
                  </a:lnTo>
                  <a:lnTo>
                    <a:pt x="100" y="2616"/>
                  </a:lnTo>
                  <a:lnTo>
                    <a:pt x="167" y="2815"/>
                  </a:lnTo>
                  <a:lnTo>
                    <a:pt x="332" y="3146"/>
                  </a:lnTo>
                  <a:lnTo>
                    <a:pt x="597" y="3444"/>
                  </a:lnTo>
                  <a:lnTo>
                    <a:pt x="895" y="3708"/>
                  </a:lnTo>
                  <a:lnTo>
                    <a:pt x="1226" y="3874"/>
                  </a:lnTo>
                  <a:lnTo>
                    <a:pt x="1425" y="3940"/>
                  </a:lnTo>
                  <a:lnTo>
                    <a:pt x="1623" y="4006"/>
                  </a:lnTo>
                  <a:lnTo>
                    <a:pt x="1822" y="4040"/>
                  </a:lnTo>
                  <a:lnTo>
                    <a:pt x="2219" y="4040"/>
                  </a:lnTo>
                  <a:lnTo>
                    <a:pt x="2418"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589"/>
                  </a:lnTo>
                  <a:lnTo>
                    <a:pt x="3974" y="1424"/>
                  </a:lnTo>
                  <a:lnTo>
                    <a:pt x="3908" y="1225"/>
                  </a:lnTo>
                  <a:lnTo>
                    <a:pt x="3709" y="894"/>
                  </a:lnTo>
                  <a:lnTo>
                    <a:pt x="3444" y="596"/>
                  </a:lnTo>
                  <a:lnTo>
                    <a:pt x="3146" y="331"/>
                  </a:lnTo>
                  <a:lnTo>
                    <a:pt x="2815" y="133"/>
                  </a:lnTo>
                  <a:lnTo>
                    <a:pt x="2617" y="66"/>
                  </a:lnTo>
                  <a:lnTo>
                    <a:pt x="2418"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4"/>
            <p:cNvSpPr/>
            <p:nvPr/>
          </p:nvSpPr>
          <p:spPr>
            <a:xfrm>
              <a:off x="6405775" y="680950"/>
              <a:ext cx="101000" cy="101850"/>
            </a:xfrm>
            <a:custGeom>
              <a:avLst/>
              <a:gdLst/>
              <a:ahLst/>
              <a:cxnLst/>
              <a:rect l="l" t="t" r="r" b="b"/>
              <a:pathLst>
                <a:path w="4040" h="4074" extrusionOk="0">
                  <a:moveTo>
                    <a:pt x="2020" y="1"/>
                  </a:moveTo>
                  <a:lnTo>
                    <a:pt x="1788" y="34"/>
                  </a:lnTo>
                  <a:lnTo>
                    <a:pt x="1590" y="67"/>
                  </a:lnTo>
                  <a:lnTo>
                    <a:pt x="1424" y="100"/>
                  </a:lnTo>
                  <a:lnTo>
                    <a:pt x="1225" y="166"/>
                  </a:lnTo>
                  <a:lnTo>
                    <a:pt x="894" y="365"/>
                  </a:lnTo>
                  <a:lnTo>
                    <a:pt x="563" y="597"/>
                  </a:lnTo>
                  <a:lnTo>
                    <a:pt x="331" y="895"/>
                  </a:lnTo>
                  <a:lnTo>
                    <a:pt x="133" y="1259"/>
                  </a:lnTo>
                  <a:lnTo>
                    <a:pt x="67" y="1424"/>
                  </a:lnTo>
                  <a:lnTo>
                    <a:pt x="33" y="1623"/>
                  </a:lnTo>
                  <a:lnTo>
                    <a:pt x="0" y="1822"/>
                  </a:lnTo>
                  <a:lnTo>
                    <a:pt x="0" y="2020"/>
                  </a:lnTo>
                  <a:lnTo>
                    <a:pt x="0" y="2252"/>
                  </a:lnTo>
                  <a:lnTo>
                    <a:pt x="33" y="2451"/>
                  </a:lnTo>
                  <a:lnTo>
                    <a:pt x="67" y="2649"/>
                  </a:lnTo>
                  <a:lnTo>
                    <a:pt x="133" y="2815"/>
                  </a:lnTo>
                  <a:lnTo>
                    <a:pt x="331" y="3179"/>
                  </a:lnTo>
                  <a:lnTo>
                    <a:pt x="563" y="3477"/>
                  </a:lnTo>
                  <a:lnTo>
                    <a:pt x="894" y="3709"/>
                  </a:lnTo>
                  <a:lnTo>
                    <a:pt x="1225" y="3908"/>
                  </a:lnTo>
                  <a:lnTo>
                    <a:pt x="1424" y="3974"/>
                  </a:lnTo>
                  <a:lnTo>
                    <a:pt x="1590" y="4007"/>
                  </a:lnTo>
                  <a:lnTo>
                    <a:pt x="1788" y="4040"/>
                  </a:lnTo>
                  <a:lnTo>
                    <a:pt x="2020" y="4073"/>
                  </a:lnTo>
                  <a:lnTo>
                    <a:pt x="2219" y="4040"/>
                  </a:lnTo>
                  <a:lnTo>
                    <a:pt x="2417" y="4007"/>
                  </a:lnTo>
                  <a:lnTo>
                    <a:pt x="2616" y="3974"/>
                  </a:lnTo>
                  <a:lnTo>
                    <a:pt x="2815" y="3908"/>
                  </a:lnTo>
                  <a:lnTo>
                    <a:pt x="3146" y="3709"/>
                  </a:lnTo>
                  <a:lnTo>
                    <a:pt x="3444" y="3477"/>
                  </a:lnTo>
                  <a:lnTo>
                    <a:pt x="3676" y="3179"/>
                  </a:lnTo>
                  <a:lnTo>
                    <a:pt x="3874" y="2815"/>
                  </a:lnTo>
                  <a:lnTo>
                    <a:pt x="3940" y="2649"/>
                  </a:lnTo>
                  <a:lnTo>
                    <a:pt x="4007" y="2451"/>
                  </a:lnTo>
                  <a:lnTo>
                    <a:pt x="4040" y="2252"/>
                  </a:lnTo>
                  <a:lnTo>
                    <a:pt x="4040" y="2020"/>
                  </a:lnTo>
                  <a:lnTo>
                    <a:pt x="4040" y="1822"/>
                  </a:lnTo>
                  <a:lnTo>
                    <a:pt x="4007" y="1623"/>
                  </a:lnTo>
                  <a:lnTo>
                    <a:pt x="3940" y="1424"/>
                  </a:lnTo>
                  <a:lnTo>
                    <a:pt x="3874" y="1259"/>
                  </a:lnTo>
                  <a:lnTo>
                    <a:pt x="3676" y="895"/>
                  </a:lnTo>
                  <a:lnTo>
                    <a:pt x="3444" y="597"/>
                  </a:lnTo>
                  <a:lnTo>
                    <a:pt x="3146" y="365"/>
                  </a:lnTo>
                  <a:lnTo>
                    <a:pt x="2815" y="166"/>
                  </a:lnTo>
                  <a:lnTo>
                    <a:pt x="2616" y="100"/>
                  </a:lnTo>
                  <a:lnTo>
                    <a:pt x="2417" y="67"/>
                  </a:lnTo>
                  <a:lnTo>
                    <a:pt x="2219" y="34"/>
                  </a:lnTo>
                  <a:lnTo>
                    <a:pt x="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4"/>
            <p:cNvSpPr/>
            <p:nvPr/>
          </p:nvSpPr>
          <p:spPr>
            <a:xfrm>
              <a:off x="6160750" y="680950"/>
              <a:ext cx="101025" cy="101850"/>
            </a:xfrm>
            <a:custGeom>
              <a:avLst/>
              <a:gdLst/>
              <a:ahLst/>
              <a:cxnLst/>
              <a:rect l="l" t="t" r="r" b="b"/>
              <a:pathLst>
                <a:path w="4041" h="4074" extrusionOk="0">
                  <a:moveTo>
                    <a:pt x="2021" y="1"/>
                  </a:moveTo>
                  <a:lnTo>
                    <a:pt x="1822" y="34"/>
                  </a:lnTo>
                  <a:lnTo>
                    <a:pt x="1623" y="67"/>
                  </a:lnTo>
                  <a:lnTo>
                    <a:pt x="1425" y="100"/>
                  </a:lnTo>
                  <a:lnTo>
                    <a:pt x="1226" y="166"/>
                  </a:lnTo>
                  <a:lnTo>
                    <a:pt x="895" y="365"/>
                  </a:lnTo>
                  <a:lnTo>
                    <a:pt x="597" y="597"/>
                  </a:lnTo>
                  <a:lnTo>
                    <a:pt x="332" y="895"/>
                  </a:lnTo>
                  <a:lnTo>
                    <a:pt x="166" y="1259"/>
                  </a:lnTo>
                  <a:lnTo>
                    <a:pt x="100" y="1424"/>
                  </a:lnTo>
                  <a:lnTo>
                    <a:pt x="34" y="1623"/>
                  </a:lnTo>
                  <a:lnTo>
                    <a:pt x="1" y="1822"/>
                  </a:lnTo>
                  <a:lnTo>
                    <a:pt x="1" y="2020"/>
                  </a:lnTo>
                  <a:lnTo>
                    <a:pt x="1" y="2252"/>
                  </a:lnTo>
                  <a:lnTo>
                    <a:pt x="34" y="2451"/>
                  </a:lnTo>
                  <a:lnTo>
                    <a:pt x="100" y="2649"/>
                  </a:lnTo>
                  <a:lnTo>
                    <a:pt x="166" y="2815"/>
                  </a:lnTo>
                  <a:lnTo>
                    <a:pt x="332" y="3179"/>
                  </a:lnTo>
                  <a:lnTo>
                    <a:pt x="597" y="3477"/>
                  </a:lnTo>
                  <a:lnTo>
                    <a:pt x="895" y="3709"/>
                  </a:lnTo>
                  <a:lnTo>
                    <a:pt x="1226" y="3908"/>
                  </a:lnTo>
                  <a:lnTo>
                    <a:pt x="1425" y="3974"/>
                  </a:lnTo>
                  <a:lnTo>
                    <a:pt x="1623" y="4007"/>
                  </a:lnTo>
                  <a:lnTo>
                    <a:pt x="1822" y="4040"/>
                  </a:lnTo>
                  <a:lnTo>
                    <a:pt x="2021" y="4073"/>
                  </a:lnTo>
                  <a:lnTo>
                    <a:pt x="2219" y="4040"/>
                  </a:lnTo>
                  <a:lnTo>
                    <a:pt x="2451" y="4007"/>
                  </a:lnTo>
                  <a:lnTo>
                    <a:pt x="2617" y="3974"/>
                  </a:lnTo>
                  <a:lnTo>
                    <a:pt x="2815" y="3908"/>
                  </a:lnTo>
                  <a:lnTo>
                    <a:pt x="3146" y="3709"/>
                  </a:lnTo>
                  <a:lnTo>
                    <a:pt x="3444" y="3477"/>
                  </a:lnTo>
                  <a:lnTo>
                    <a:pt x="3709" y="3179"/>
                  </a:lnTo>
                  <a:lnTo>
                    <a:pt x="3908" y="2815"/>
                  </a:lnTo>
                  <a:lnTo>
                    <a:pt x="3974" y="2649"/>
                  </a:lnTo>
                  <a:lnTo>
                    <a:pt x="4007" y="2451"/>
                  </a:lnTo>
                  <a:lnTo>
                    <a:pt x="4040" y="2252"/>
                  </a:lnTo>
                  <a:lnTo>
                    <a:pt x="4040" y="2020"/>
                  </a:lnTo>
                  <a:lnTo>
                    <a:pt x="4040" y="1822"/>
                  </a:lnTo>
                  <a:lnTo>
                    <a:pt x="4007" y="1623"/>
                  </a:lnTo>
                  <a:lnTo>
                    <a:pt x="3974" y="1424"/>
                  </a:lnTo>
                  <a:lnTo>
                    <a:pt x="3908" y="1259"/>
                  </a:lnTo>
                  <a:lnTo>
                    <a:pt x="3709" y="895"/>
                  </a:lnTo>
                  <a:lnTo>
                    <a:pt x="3444" y="597"/>
                  </a:lnTo>
                  <a:lnTo>
                    <a:pt x="3146" y="365"/>
                  </a:lnTo>
                  <a:lnTo>
                    <a:pt x="2815" y="166"/>
                  </a:lnTo>
                  <a:lnTo>
                    <a:pt x="2617" y="100"/>
                  </a:lnTo>
                  <a:lnTo>
                    <a:pt x="2451" y="67"/>
                  </a:lnTo>
                  <a:lnTo>
                    <a:pt x="2219" y="34"/>
                  </a:lnTo>
                  <a:lnTo>
                    <a:pt x="20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4"/>
            <p:cNvSpPr/>
            <p:nvPr/>
          </p:nvSpPr>
          <p:spPr>
            <a:xfrm>
              <a:off x="6405775" y="436775"/>
              <a:ext cx="101000" cy="101000"/>
            </a:xfrm>
            <a:custGeom>
              <a:avLst/>
              <a:gdLst/>
              <a:ahLst/>
              <a:cxnLst/>
              <a:rect l="l" t="t" r="r" b="b"/>
              <a:pathLst>
                <a:path w="4040" h="4040" extrusionOk="0">
                  <a:moveTo>
                    <a:pt x="1788" y="0"/>
                  </a:moveTo>
                  <a:lnTo>
                    <a:pt x="1590" y="33"/>
                  </a:lnTo>
                  <a:lnTo>
                    <a:pt x="1424" y="66"/>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9"/>
                  </a:lnTo>
                  <a:lnTo>
                    <a:pt x="1225" y="3874"/>
                  </a:lnTo>
                  <a:lnTo>
                    <a:pt x="1424" y="3940"/>
                  </a:lnTo>
                  <a:lnTo>
                    <a:pt x="1590" y="4007"/>
                  </a:lnTo>
                  <a:lnTo>
                    <a:pt x="1788" y="4040"/>
                  </a:lnTo>
                  <a:lnTo>
                    <a:pt x="2219" y="4040"/>
                  </a:lnTo>
                  <a:lnTo>
                    <a:pt x="2417" y="4007"/>
                  </a:lnTo>
                  <a:lnTo>
                    <a:pt x="2616" y="3940"/>
                  </a:lnTo>
                  <a:lnTo>
                    <a:pt x="2815" y="3874"/>
                  </a:lnTo>
                  <a:lnTo>
                    <a:pt x="3146" y="3709"/>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4"/>
            <p:cNvSpPr/>
            <p:nvPr/>
          </p:nvSpPr>
          <p:spPr>
            <a:xfrm>
              <a:off x="4940675" y="927625"/>
              <a:ext cx="101850" cy="101000"/>
            </a:xfrm>
            <a:custGeom>
              <a:avLst/>
              <a:gdLst/>
              <a:ahLst/>
              <a:cxnLst/>
              <a:rect l="l" t="t" r="r" b="b"/>
              <a:pathLst>
                <a:path w="4074" h="4040" extrusionOk="0">
                  <a:moveTo>
                    <a:pt x="1822" y="0"/>
                  </a:moveTo>
                  <a:lnTo>
                    <a:pt x="1623" y="33"/>
                  </a:lnTo>
                  <a:lnTo>
                    <a:pt x="1424" y="66"/>
                  </a:lnTo>
                  <a:lnTo>
                    <a:pt x="1259" y="133"/>
                  </a:lnTo>
                  <a:lnTo>
                    <a:pt x="895" y="331"/>
                  </a:lnTo>
                  <a:lnTo>
                    <a:pt x="597" y="596"/>
                  </a:lnTo>
                  <a:lnTo>
                    <a:pt x="365" y="894"/>
                  </a:lnTo>
                  <a:lnTo>
                    <a:pt x="166" y="1225"/>
                  </a:lnTo>
                  <a:lnTo>
                    <a:pt x="100" y="1424"/>
                  </a:lnTo>
                  <a:lnTo>
                    <a:pt x="67" y="1589"/>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589"/>
                  </a:lnTo>
                  <a:lnTo>
                    <a:pt x="3974" y="1424"/>
                  </a:lnTo>
                  <a:lnTo>
                    <a:pt x="3907" y="1225"/>
                  </a:lnTo>
                  <a:lnTo>
                    <a:pt x="3709" y="894"/>
                  </a:lnTo>
                  <a:lnTo>
                    <a:pt x="3477" y="596"/>
                  </a:lnTo>
                  <a:lnTo>
                    <a:pt x="3179" y="331"/>
                  </a:lnTo>
                  <a:lnTo>
                    <a:pt x="2815" y="133"/>
                  </a:lnTo>
                  <a:lnTo>
                    <a:pt x="2649" y="66"/>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4"/>
            <p:cNvSpPr/>
            <p:nvPr/>
          </p:nvSpPr>
          <p:spPr>
            <a:xfrm>
              <a:off x="6160750" y="436775"/>
              <a:ext cx="101025" cy="101000"/>
            </a:xfrm>
            <a:custGeom>
              <a:avLst/>
              <a:gdLst/>
              <a:ahLst/>
              <a:cxnLst/>
              <a:rect l="l" t="t" r="r" b="b"/>
              <a:pathLst>
                <a:path w="4041" h="4040" extrusionOk="0">
                  <a:moveTo>
                    <a:pt x="1822" y="0"/>
                  </a:moveTo>
                  <a:lnTo>
                    <a:pt x="1623" y="33"/>
                  </a:lnTo>
                  <a:lnTo>
                    <a:pt x="1425" y="66"/>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9"/>
                  </a:lnTo>
                  <a:lnTo>
                    <a:pt x="1226" y="3874"/>
                  </a:lnTo>
                  <a:lnTo>
                    <a:pt x="1425" y="3940"/>
                  </a:lnTo>
                  <a:lnTo>
                    <a:pt x="1623" y="4007"/>
                  </a:lnTo>
                  <a:lnTo>
                    <a:pt x="1822" y="4040"/>
                  </a:lnTo>
                  <a:lnTo>
                    <a:pt x="2219" y="4040"/>
                  </a:lnTo>
                  <a:lnTo>
                    <a:pt x="2451" y="4007"/>
                  </a:lnTo>
                  <a:lnTo>
                    <a:pt x="2617" y="3940"/>
                  </a:lnTo>
                  <a:lnTo>
                    <a:pt x="2815" y="3874"/>
                  </a:lnTo>
                  <a:lnTo>
                    <a:pt x="3146" y="3709"/>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66"/>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4"/>
            <p:cNvSpPr/>
            <p:nvPr/>
          </p:nvSpPr>
          <p:spPr>
            <a:xfrm>
              <a:off x="4696500" y="927625"/>
              <a:ext cx="101000" cy="101000"/>
            </a:xfrm>
            <a:custGeom>
              <a:avLst/>
              <a:gdLst/>
              <a:ahLst/>
              <a:cxnLst/>
              <a:rect l="l" t="t" r="r" b="b"/>
              <a:pathLst>
                <a:path w="4040" h="4040" extrusionOk="0">
                  <a:moveTo>
                    <a:pt x="1821" y="0"/>
                  </a:moveTo>
                  <a:lnTo>
                    <a:pt x="1623" y="33"/>
                  </a:lnTo>
                  <a:lnTo>
                    <a:pt x="1424" y="66"/>
                  </a:lnTo>
                  <a:lnTo>
                    <a:pt x="1225" y="133"/>
                  </a:lnTo>
                  <a:lnTo>
                    <a:pt x="894" y="331"/>
                  </a:lnTo>
                  <a:lnTo>
                    <a:pt x="596" y="596"/>
                  </a:lnTo>
                  <a:lnTo>
                    <a:pt x="331" y="894"/>
                  </a:lnTo>
                  <a:lnTo>
                    <a:pt x="166" y="1225"/>
                  </a:lnTo>
                  <a:lnTo>
                    <a:pt x="100" y="1424"/>
                  </a:lnTo>
                  <a:lnTo>
                    <a:pt x="33" y="1589"/>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7" y="2417"/>
                  </a:lnTo>
                  <a:lnTo>
                    <a:pt x="4040" y="2219"/>
                  </a:lnTo>
                  <a:lnTo>
                    <a:pt x="4040" y="2020"/>
                  </a:lnTo>
                  <a:lnTo>
                    <a:pt x="4040" y="1821"/>
                  </a:lnTo>
                  <a:lnTo>
                    <a:pt x="4007" y="1589"/>
                  </a:lnTo>
                  <a:lnTo>
                    <a:pt x="3940" y="1424"/>
                  </a:lnTo>
                  <a:lnTo>
                    <a:pt x="3874" y="1225"/>
                  </a:lnTo>
                  <a:lnTo>
                    <a:pt x="3709" y="894"/>
                  </a:lnTo>
                  <a:lnTo>
                    <a:pt x="3444" y="596"/>
                  </a:lnTo>
                  <a:lnTo>
                    <a:pt x="3146" y="331"/>
                  </a:lnTo>
                  <a:lnTo>
                    <a:pt x="2815" y="133"/>
                  </a:lnTo>
                  <a:lnTo>
                    <a:pt x="2616" y="66"/>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4"/>
            <p:cNvSpPr/>
            <p:nvPr/>
          </p:nvSpPr>
          <p:spPr>
            <a:xfrm>
              <a:off x="6649950" y="927625"/>
              <a:ext cx="101000" cy="101000"/>
            </a:xfrm>
            <a:custGeom>
              <a:avLst/>
              <a:gdLst/>
              <a:ahLst/>
              <a:cxnLst/>
              <a:rect l="l" t="t" r="r" b="b"/>
              <a:pathLst>
                <a:path w="4040" h="4040" extrusionOk="0">
                  <a:moveTo>
                    <a:pt x="1822" y="0"/>
                  </a:moveTo>
                  <a:lnTo>
                    <a:pt x="1623" y="33"/>
                  </a:lnTo>
                  <a:lnTo>
                    <a:pt x="1424" y="100"/>
                  </a:lnTo>
                  <a:lnTo>
                    <a:pt x="1226" y="166"/>
                  </a:lnTo>
                  <a:lnTo>
                    <a:pt x="895" y="331"/>
                  </a:lnTo>
                  <a:lnTo>
                    <a:pt x="597" y="596"/>
                  </a:lnTo>
                  <a:lnTo>
                    <a:pt x="365" y="894"/>
                  </a:lnTo>
                  <a:lnTo>
                    <a:pt x="166" y="1225"/>
                  </a:lnTo>
                  <a:lnTo>
                    <a:pt x="100" y="1424"/>
                  </a:lnTo>
                  <a:lnTo>
                    <a:pt x="34" y="1623"/>
                  </a:lnTo>
                  <a:lnTo>
                    <a:pt x="1" y="1821"/>
                  </a:lnTo>
                  <a:lnTo>
                    <a:pt x="1" y="2020"/>
                  </a:lnTo>
                  <a:lnTo>
                    <a:pt x="1" y="2219"/>
                  </a:lnTo>
                  <a:lnTo>
                    <a:pt x="34" y="2417"/>
                  </a:lnTo>
                  <a:lnTo>
                    <a:pt x="100" y="2616"/>
                  </a:lnTo>
                  <a:lnTo>
                    <a:pt x="166" y="2815"/>
                  </a:lnTo>
                  <a:lnTo>
                    <a:pt x="365" y="3146"/>
                  </a:lnTo>
                  <a:lnTo>
                    <a:pt x="597" y="3444"/>
                  </a:lnTo>
                  <a:lnTo>
                    <a:pt x="895" y="3708"/>
                  </a:lnTo>
                  <a:lnTo>
                    <a:pt x="1226"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4"/>
            <p:cNvSpPr/>
            <p:nvPr/>
          </p:nvSpPr>
          <p:spPr>
            <a:xfrm>
              <a:off x="6405775" y="927625"/>
              <a:ext cx="101000" cy="101000"/>
            </a:xfrm>
            <a:custGeom>
              <a:avLst/>
              <a:gdLst/>
              <a:ahLst/>
              <a:cxnLst/>
              <a:rect l="l" t="t" r="r" b="b"/>
              <a:pathLst>
                <a:path w="4040" h="4040" extrusionOk="0">
                  <a:moveTo>
                    <a:pt x="1788" y="0"/>
                  </a:moveTo>
                  <a:lnTo>
                    <a:pt x="1590" y="33"/>
                  </a:lnTo>
                  <a:lnTo>
                    <a:pt x="1424" y="100"/>
                  </a:lnTo>
                  <a:lnTo>
                    <a:pt x="1225" y="166"/>
                  </a:lnTo>
                  <a:lnTo>
                    <a:pt x="894" y="331"/>
                  </a:lnTo>
                  <a:lnTo>
                    <a:pt x="563" y="596"/>
                  </a:lnTo>
                  <a:lnTo>
                    <a:pt x="331" y="894"/>
                  </a:lnTo>
                  <a:lnTo>
                    <a:pt x="133" y="1225"/>
                  </a:lnTo>
                  <a:lnTo>
                    <a:pt x="67" y="1424"/>
                  </a:lnTo>
                  <a:lnTo>
                    <a:pt x="33" y="1623"/>
                  </a:lnTo>
                  <a:lnTo>
                    <a:pt x="0" y="1821"/>
                  </a:lnTo>
                  <a:lnTo>
                    <a:pt x="0" y="2020"/>
                  </a:lnTo>
                  <a:lnTo>
                    <a:pt x="0" y="2219"/>
                  </a:lnTo>
                  <a:lnTo>
                    <a:pt x="33" y="2417"/>
                  </a:lnTo>
                  <a:lnTo>
                    <a:pt x="67" y="2616"/>
                  </a:lnTo>
                  <a:lnTo>
                    <a:pt x="133" y="2815"/>
                  </a:lnTo>
                  <a:lnTo>
                    <a:pt x="331" y="3146"/>
                  </a:lnTo>
                  <a:lnTo>
                    <a:pt x="563" y="3444"/>
                  </a:lnTo>
                  <a:lnTo>
                    <a:pt x="894" y="3708"/>
                  </a:lnTo>
                  <a:lnTo>
                    <a:pt x="1225" y="3874"/>
                  </a:lnTo>
                  <a:lnTo>
                    <a:pt x="1424" y="3940"/>
                  </a:lnTo>
                  <a:lnTo>
                    <a:pt x="1590" y="4006"/>
                  </a:lnTo>
                  <a:lnTo>
                    <a:pt x="1788" y="4040"/>
                  </a:lnTo>
                  <a:lnTo>
                    <a:pt x="2219" y="4040"/>
                  </a:lnTo>
                  <a:lnTo>
                    <a:pt x="2417" y="4006"/>
                  </a:lnTo>
                  <a:lnTo>
                    <a:pt x="2616" y="3940"/>
                  </a:lnTo>
                  <a:lnTo>
                    <a:pt x="2815" y="3874"/>
                  </a:lnTo>
                  <a:lnTo>
                    <a:pt x="3146" y="3708"/>
                  </a:lnTo>
                  <a:lnTo>
                    <a:pt x="3444" y="3444"/>
                  </a:lnTo>
                  <a:lnTo>
                    <a:pt x="3676" y="3146"/>
                  </a:lnTo>
                  <a:lnTo>
                    <a:pt x="3874" y="2815"/>
                  </a:lnTo>
                  <a:lnTo>
                    <a:pt x="3940" y="2616"/>
                  </a:lnTo>
                  <a:lnTo>
                    <a:pt x="4007" y="2417"/>
                  </a:lnTo>
                  <a:lnTo>
                    <a:pt x="4040" y="2219"/>
                  </a:lnTo>
                  <a:lnTo>
                    <a:pt x="4040" y="2020"/>
                  </a:lnTo>
                  <a:lnTo>
                    <a:pt x="4040" y="1821"/>
                  </a:lnTo>
                  <a:lnTo>
                    <a:pt x="4007" y="1623"/>
                  </a:lnTo>
                  <a:lnTo>
                    <a:pt x="3940" y="1424"/>
                  </a:lnTo>
                  <a:lnTo>
                    <a:pt x="3874" y="1225"/>
                  </a:lnTo>
                  <a:lnTo>
                    <a:pt x="3676"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4"/>
            <p:cNvSpPr/>
            <p:nvPr/>
          </p:nvSpPr>
          <p:spPr>
            <a:xfrm>
              <a:off x="6160750" y="927625"/>
              <a:ext cx="101025" cy="101000"/>
            </a:xfrm>
            <a:custGeom>
              <a:avLst/>
              <a:gdLst/>
              <a:ahLst/>
              <a:cxnLst/>
              <a:rect l="l" t="t" r="r" b="b"/>
              <a:pathLst>
                <a:path w="4041" h="4040" extrusionOk="0">
                  <a:moveTo>
                    <a:pt x="1822" y="0"/>
                  </a:moveTo>
                  <a:lnTo>
                    <a:pt x="1623" y="33"/>
                  </a:lnTo>
                  <a:lnTo>
                    <a:pt x="1425" y="100"/>
                  </a:lnTo>
                  <a:lnTo>
                    <a:pt x="1226" y="166"/>
                  </a:lnTo>
                  <a:lnTo>
                    <a:pt x="895" y="331"/>
                  </a:lnTo>
                  <a:lnTo>
                    <a:pt x="597" y="596"/>
                  </a:lnTo>
                  <a:lnTo>
                    <a:pt x="332" y="894"/>
                  </a:lnTo>
                  <a:lnTo>
                    <a:pt x="166" y="1225"/>
                  </a:lnTo>
                  <a:lnTo>
                    <a:pt x="100" y="1424"/>
                  </a:lnTo>
                  <a:lnTo>
                    <a:pt x="34" y="1623"/>
                  </a:lnTo>
                  <a:lnTo>
                    <a:pt x="1" y="1821"/>
                  </a:lnTo>
                  <a:lnTo>
                    <a:pt x="1" y="2020"/>
                  </a:lnTo>
                  <a:lnTo>
                    <a:pt x="1" y="2219"/>
                  </a:lnTo>
                  <a:lnTo>
                    <a:pt x="34" y="2417"/>
                  </a:lnTo>
                  <a:lnTo>
                    <a:pt x="100" y="2616"/>
                  </a:lnTo>
                  <a:lnTo>
                    <a:pt x="166" y="2815"/>
                  </a:lnTo>
                  <a:lnTo>
                    <a:pt x="332" y="3146"/>
                  </a:lnTo>
                  <a:lnTo>
                    <a:pt x="597" y="3444"/>
                  </a:lnTo>
                  <a:lnTo>
                    <a:pt x="895" y="3708"/>
                  </a:lnTo>
                  <a:lnTo>
                    <a:pt x="1226" y="3874"/>
                  </a:lnTo>
                  <a:lnTo>
                    <a:pt x="1425" y="3940"/>
                  </a:lnTo>
                  <a:lnTo>
                    <a:pt x="1623" y="4006"/>
                  </a:lnTo>
                  <a:lnTo>
                    <a:pt x="1822" y="4040"/>
                  </a:lnTo>
                  <a:lnTo>
                    <a:pt x="2219" y="4040"/>
                  </a:lnTo>
                  <a:lnTo>
                    <a:pt x="2451" y="4006"/>
                  </a:lnTo>
                  <a:lnTo>
                    <a:pt x="2617" y="3940"/>
                  </a:lnTo>
                  <a:lnTo>
                    <a:pt x="2815" y="3874"/>
                  </a:lnTo>
                  <a:lnTo>
                    <a:pt x="3146" y="3708"/>
                  </a:lnTo>
                  <a:lnTo>
                    <a:pt x="3444" y="3444"/>
                  </a:lnTo>
                  <a:lnTo>
                    <a:pt x="3709" y="3146"/>
                  </a:lnTo>
                  <a:lnTo>
                    <a:pt x="3908" y="2815"/>
                  </a:lnTo>
                  <a:lnTo>
                    <a:pt x="3974" y="2616"/>
                  </a:lnTo>
                  <a:lnTo>
                    <a:pt x="4007" y="2417"/>
                  </a:lnTo>
                  <a:lnTo>
                    <a:pt x="4040" y="2219"/>
                  </a:lnTo>
                  <a:lnTo>
                    <a:pt x="4040" y="2020"/>
                  </a:lnTo>
                  <a:lnTo>
                    <a:pt x="4040" y="1821"/>
                  </a:lnTo>
                  <a:lnTo>
                    <a:pt x="4007" y="1623"/>
                  </a:lnTo>
                  <a:lnTo>
                    <a:pt x="3974" y="1424"/>
                  </a:lnTo>
                  <a:lnTo>
                    <a:pt x="3908" y="1225"/>
                  </a:lnTo>
                  <a:lnTo>
                    <a:pt x="3709" y="894"/>
                  </a:lnTo>
                  <a:lnTo>
                    <a:pt x="3444" y="596"/>
                  </a:lnTo>
                  <a:lnTo>
                    <a:pt x="3146" y="331"/>
                  </a:lnTo>
                  <a:lnTo>
                    <a:pt x="2815" y="166"/>
                  </a:lnTo>
                  <a:lnTo>
                    <a:pt x="2617" y="100"/>
                  </a:lnTo>
                  <a:lnTo>
                    <a:pt x="2451"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4"/>
            <p:cNvSpPr/>
            <p:nvPr/>
          </p:nvSpPr>
          <p:spPr>
            <a:xfrm>
              <a:off x="5915750" y="927625"/>
              <a:ext cx="101825" cy="101000"/>
            </a:xfrm>
            <a:custGeom>
              <a:avLst/>
              <a:gdLst/>
              <a:ahLst/>
              <a:cxnLst/>
              <a:rect l="l" t="t" r="r" b="b"/>
              <a:pathLst>
                <a:path w="4073" h="4040" extrusionOk="0">
                  <a:moveTo>
                    <a:pt x="1822" y="0"/>
                  </a:moveTo>
                  <a:lnTo>
                    <a:pt x="1623" y="33"/>
                  </a:lnTo>
                  <a:lnTo>
                    <a:pt x="1424" y="100"/>
                  </a:lnTo>
                  <a:lnTo>
                    <a:pt x="1259" y="166"/>
                  </a:lnTo>
                  <a:lnTo>
                    <a:pt x="894"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4" y="3708"/>
                  </a:lnTo>
                  <a:lnTo>
                    <a:pt x="1259" y="3874"/>
                  </a:lnTo>
                  <a:lnTo>
                    <a:pt x="1424" y="3940"/>
                  </a:lnTo>
                  <a:lnTo>
                    <a:pt x="1623" y="4006"/>
                  </a:lnTo>
                  <a:lnTo>
                    <a:pt x="1822" y="4040"/>
                  </a:lnTo>
                  <a:lnTo>
                    <a:pt x="2252" y="4040"/>
                  </a:lnTo>
                  <a:lnTo>
                    <a:pt x="2451" y="4006"/>
                  </a:lnTo>
                  <a:lnTo>
                    <a:pt x="2649" y="3940"/>
                  </a:lnTo>
                  <a:lnTo>
                    <a:pt x="2815" y="3874"/>
                  </a:lnTo>
                  <a:lnTo>
                    <a:pt x="3179" y="3708"/>
                  </a:lnTo>
                  <a:lnTo>
                    <a:pt x="3477" y="3444"/>
                  </a:lnTo>
                  <a:lnTo>
                    <a:pt x="3709" y="3146"/>
                  </a:lnTo>
                  <a:lnTo>
                    <a:pt x="3907" y="2815"/>
                  </a:lnTo>
                  <a:lnTo>
                    <a:pt x="3974" y="2616"/>
                  </a:lnTo>
                  <a:lnTo>
                    <a:pt x="4040" y="2417"/>
                  </a:lnTo>
                  <a:lnTo>
                    <a:pt x="4040" y="2219"/>
                  </a:lnTo>
                  <a:lnTo>
                    <a:pt x="4073" y="2020"/>
                  </a:lnTo>
                  <a:lnTo>
                    <a:pt x="4040" y="1821"/>
                  </a:lnTo>
                  <a:lnTo>
                    <a:pt x="4040" y="1623"/>
                  </a:lnTo>
                  <a:lnTo>
                    <a:pt x="3974" y="1424"/>
                  </a:lnTo>
                  <a:lnTo>
                    <a:pt x="3907" y="1225"/>
                  </a:lnTo>
                  <a:lnTo>
                    <a:pt x="3709" y="894"/>
                  </a:lnTo>
                  <a:lnTo>
                    <a:pt x="3477" y="596"/>
                  </a:lnTo>
                  <a:lnTo>
                    <a:pt x="3179" y="331"/>
                  </a:lnTo>
                  <a:lnTo>
                    <a:pt x="2815" y="166"/>
                  </a:lnTo>
                  <a:lnTo>
                    <a:pt x="2649"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4"/>
            <p:cNvSpPr/>
            <p:nvPr/>
          </p:nvSpPr>
          <p:spPr>
            <a:xfrm>
              <a:off x="5671575" y="927625"/>
              <a:ext cx="101000" cy="101000"/>
            </a:xfrm>
            <a:custGeom>
              <a:avLst/>
              <a:gdLst/>
              <a:ahLst/>
              <a:cxnLst/>
              <a:rect l="l" t="t" r="r" b="b"/>
              <a:pathLst>
                <a:path w="4040" h="4040" extrusionOk="0">
                  <a:moveTo>
                    <a:pt x="1821" y="0"/>
                  </a:moveTo>
                  <a:lnTo>
                    <a:pt x="1623" y="33"/>
                  </a:lnTo>
                  <a:lnTo>
                    <a:pt x="1424" y="100"/>
                  </a:lnTo>
                  <a:lnTo>
                    <a:pt x="1225" y="166"/>
                  </a:lnTo>
                  <a:lnTo>
                    <a:pt x="894" y="331"/>
                  </a:lnTo>
                  <a:lnTo>
                    <a:pt x="596" y="596"/>
                  </a:lnTo>
                  <a:lnTo>
                    <a:pt x="331" y="894"/>
                  </a:lnTo>
                  <a:lnTo>
                    <a:pt x="166" y="1225"/>
                  </a:lnTo>
                  <a:lnTo>
                    <a:pt x="100" y="1424"/>
                  </a:lnTo>
                  <a:lnTo>
                    <a:pt x="33" y="1623"/>
                  </a:lnTo>
                  <a:lnTo>
                    <a:pt x="0" y="1821"/>
                  </a:lnTo>
                  <a:lnTo>
                    <a:pt x="0" y="2020"/>
                  </a:lnTo>
                  <a:lnTo>
                    <a:pt x="0" y="2219"/>
                  </a:lnTo>
                  <a:lnTo>
                    <a:pt x="33" y="2417"/>
                  </a:lnTo>
                  <a:lnTo>
                    <a:pt x="100" y="2616"/>
                  </a:lnTo>
                  <a:lnTo>
                    <a:pt x="166" y="2815"/>
                  </a:lnTo>
                  <a:lnTo>
                    <a:pt x="331" y="3146"/>
                  </a:lnTo>
                  <a:lnTo>
                    <a:pt x="596" y="3444"/>
                  </a:lnTo>
                  <a:lnTo>
                    <a:pt x="894" y="3708"/>
                  </a:lnTo>
                  <a:lnTo>
                    <a:pt x="1225" y="3874"/>
                  </a:lnTo>
                  <a:lnTo>
                    <a:pt x="1424" y="3940"/>
                  </a:lnTo>
                  <a:lnTo>
                    <a:pt x="1623" y="4006"/>
                  </a:lnTo>
                  <a:lnTo>
                    <a:pt x="1821" y="4040"/>
                  </a:lnTo>
                  <a:lnTo>
                    <a:pt x="2219" y="4040"/>
                  </a:lnTo>
                  <a:lnTo>
                    <a:pt x="2417" y="4006"/>
                  </a:lnTo>
                  <a:lnTo>
                    <a:pt x="2616" y="3940"/>
                  </a:lnTo>
                  <a:lnTo>
                    <a:pt x="2815" y="3874"/>
                  </a:lnTo>
                  <a:lnTo>
                    <a:pt x="3146" y="3708"/>
                  </a:lnTo>
                  <a:lnTo>
                    <a:pt x="3444" y="3444"/>
                  </a:lnTo>
                  <a:lnTo>
                    <a:pt x="3709" y="3146"/>
                  </a:lnTo>
                  <a:lnTo>
                    <a:pt x="3874" y="2815"/>
                  </a:lnTo>
                  <a:lnTo>
                    <a:pt x="3940" y="2616"/>
                  </a:lnTo>
                  <a:lnTo>
                    <a:pt x="4006" y="2417"/>
                  </a:lnTo>
                  <a:lnTo>
                    <a:pt x="4040" y="2219"/>
                  </a:lnTo>
                  <a:lnTo>
                    <a:pt x="4040" y="2020"/>
                  </a:lnTo>
                  <a:lnTo>
                    <a:pt x="4040" y="1821"/>
                  </a:lnTo>
                  <a:lnTo>
                    <a:pt x="4006" y="1623"/>
                  </a:lnTo>
                  <a:lnTo>
                    <a:pt x="3940" y="1424"/>
                  </a:lnTo>
                  <a:lnTo>
                    <a:pt x="3874" y="1225"/>
                  </a:lnTo>
                  <a:lnTo>
                    <a:pt x="3709" y="894"/>
                  </a:lnTo>
                  <a:lnTo>
                    <a:pt x="3444" y="596"/>
                  </a:lnTo>
                  <a:lnTo>
                    <a:pt x="3146" y="331"/>
                  </a:lnTo>
                  <a:lnTo>
                    <a:pt x="2815" y="166"/>
                  </a:lnTo>
                  <a:lnTo>
                    <a:pt x="2616" y="100"/>
                  </a:lnTo>
                  <a:lnTo>
                    <a:pt x="2417" y="33"/>
                  </a:lnTo>
                  <a:lnTo>
                    <a:pt x="22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4"/>
            <p:cNvSpPr/>
            <p:nvPr/>
          </p:nvSpPr>
          <p:spPr>
            <a:xfrm>
              <a:off x="5426550" y="927625"/>
              <a:ext cx="101850" cy="101000"/>
            </a:xfrm>
            <a:custGeom>
              <a:avLst/>
              <a:gdLst/>
              <a:ahLst/>
              <a:cxnLst/>
              <a:rect l="l" t="t" r="r" b="b"/>
              <a:pathLst>
                <a:path w="4074" h="4040" extrusionOk="0">
                  <a:moveTo>
                    <a:pt x="1822" y="0"/>
                  </a:moveTo>
                  <a:lnTo>
                    <a:pt x="1623" y="33"/>
                  </a:lnTo>
                  <a:lnTo>
                    <a:pt x="1425" y="100"/>
                  </a:lnTo>
                  <a:lnTo>
                    <a:pt x="1259" y="166"/>
                  </a:lnTo>
                  <a:lnTo>
                    <a:pt x="895" y="331"/>
                  </a:lnTo>
                  <a:lnTo>
                    <a:pt x="597" y="596"/>
                  </a:lnTo>
                  <a:lnTo>
                    <a:pt x="365" y="894"/>
                  </a:lnTo>
                  <a:lnTo>
                    <a:pt x="166" y="1225"/>
                  </a:lnTo>
                  <a:lnTo>
                    <a:pt x="100" y="1424"/>
                  </a:lnTo>
                  <a:lnTo>
                    <a:pt x="67" y="1623"/>
                  </a:lnTo>
                  <a:lnTo>
                    <a:pt x="34" y="1821"/>
                  </a:lnTo>
                  <a:lnTo>
                    <a:pt x="1" y="2020"/>
                  </a:lnTo>
                  <a:lnTo>
                    <a:pt x="34" y="2219"/>
                  </a:lnTo>
                  <a:lnTo>
                    <a:pt x="67" y="2417"/>
                  </a:lnTo>
                  <a:lnTo>
                    <a:pt x="100" y="2616"/>
                  </a:lnTo>
                  <a:lnTo>
                    <a:pt x="166" y="2815"/>
                  </a:lnTo>
                  <a:lnTo>
                    <a:pt x="365" y="3146"/>
                  </a:lnTo>
                  <a:lnTo>
                    <a:pt x="597" y="3444"/>
                  </a:lnTo>
                  <a:lnTo>
                    <a:pt x="895" y="3708"/>
                  </a:lnTo>
                  <a:lnTo>
                    <a:pt x="1259" y="3874"/>
                  </a:lnTo>
                  <a:lnTo>
                    <a:pt x="1425" y="3940"/>
                  </a:lnTo>
                  <a:lnTo>
                    <a:pt x="1623" y="4006"/>
                  </a:lnTo>
                  <a:lnTo>
                    <a:pt x="1822" y="4040"/>
                  </a:lnTo>
                  <a:lnTo>
                    <a:pt x="2252" y="4040"/>
                  </a:lnTo>
                  <a:lnTo>
                    <a:pt x="2451" y="4006"/>
                  </a:lnTo>
                  <a:lnTo>
                    <a:pt x="2650" y="3940"/>
                  </a:lnTo>
                  <a:lnTo>
                    <a:pt x="2815" y="3874"/>
                  </a:lnTo>
                  <a:lnTo>
                    <a:pt x="3179" y="3708"/>
                  </a:lnTo>
                  <a:lnTo>
                    <a:pt x="3477" y="3444"/>
                  </a:lnTo>
                  <a:lnTo>
                    <a:pt x="3709" y="3146"/>
                  </a:lnTo>
                  <a:lnTo>
                    <a:pt x="3908" y="2815"/>
                  </a:lnTo>
                  <a:lnTo>
                    <a:pt x="3974" y="2616"/>
                  </a:lnTo>
                  <a:lnTo>
                    <a:pt x="4007" y="2417"/>
                  </a:lnTo>
                  <a:lnTo>
                    <a:pt x="4040" y="2219"/>
                  </a:lnTo>
                  <a:lnTo>
                    <a:pt x="4073" y="2020"/>
                  </a:lnTo>
                  <a:lnTo>
                    <a:pt x="4040" y="1821"/>
                  </a:lnTo>
                  <a:lnTo>
                    <a:pt x="4007" y="1623"/>
                  </a:lnTo>
                  <a:lnTo>
                    <a:pt x="3974" y="1424"/>
                  </a:lnTo>
                  <a:lnTo>
                    <a:pt x="3908" y="1225"/>
                  </a:lnTo>
                  <a:lnTo>
                    <a:pt x="3709" y="894"/>
                  </a:lnTo>
                  <a:lnTo>
                    <a:pt x="3477" y="596"/>
                  </a:lnTo>
                  <a:lnTo>
                    <a:pt x="3179" y="331"/>
                  </a:lnTo>
                  <a:lnTo>
                    <a:pt x="2815" y="166"/>
                  </a:lnTo>
                  <a:lnTo>
                    <a:pt x="2650" y="100"/>
                  </a:lnTo>
                  <a:lnTo>
                    <a:pt x="2451" y="33"/>
                  </a:lnTo>
                  <a:lnTo>
                    <a:pt x="2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8" name="Google Shape;978;p36"/>
          <p:cNvSpPr/>
          <p:nvPr/>
        </p:nvSpPr>
        <p:spPr>
          <a:xfrm>
            <a:off x="4616348" y="2947793"/>
            <a:ext cx="759000" cy="759000"/>
          </a:xfrm>
          <a:prstGeom prst="roundRect">
            <a:avLst>
              <a:gd name="adj" fmla="val 50000"/>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6"/>
          <p:cNvSpPr/>
          <p:nvPr/>
        </p:nvSpPr>
        <p:spPr>
          <a:xfrm>
            <a:off x="860971" y="2948825"/>
            <a:ext cx="759000" cy="759000"/>
          </a:xfrm>
          <a:prstGeom prst="roundRect">
            <a:avLst>
              <a:gd name="adj" fmla="val 50000"/>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6"/>
          <p:cNvSpPr/>
          <p:nvPr/>
        </p:nvSpPr>
        <p:spPr>
          <a:xfrm>
            <a:off x="4606130" y="1329250"/>
            <a:ext cx="759000" cy="759000"/>
          </a:xfrm>
          <a:prstGeom prst="roundRect">
            <a:avLst>
              <a:gd name="adj" fmla="val 50000"/>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6"/>
          <p:cNvSpPr/>
          <p:nvPr/>
        </p:nvSpPr>
        <p:spPr>
          <a:xfrm>
            <a:off x="883555" y="1329250"/>
            <a:ext cx="759000" cy="759000"/>
          </a:xfrm>
          <a:prstGeom prst="roundRect">
            <a:avLst>
              <a:gd name="adj" fmla="val 50000"/>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6"/>
          <p:cNvSpPr txBox="1">
            <a:spLocks noGrp="1"/>
          </p:cNvSpPr>
          <p:nvPr>
            <p:ph type="title" idx="4"/>
          </p:nvPr>
        </p:nvSpPr>
        <p:spPr>
          <a:xfrm>
            <a:off x="895705" y="1459480"/>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983" name="Google Shape;983;p36"/>
          <p:cNvSpPr txBox="1">
            <a:spLocks noGrp="1"/>
          </p:cNvSpPr>
          <p:nvPr>
            <p:ph type="title" idx="6"/>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985" name="Google Shape;985;p36"/>
          <p:cNvSpPr txBox="1">
            <a:spLocks noGrp="1"/>
          </p:cNvSpPr>
          <p:nvPr>
            <p:ph type="title"/>
          </p:nvPr>
        </p:nvSpPr>
        <p:spPr>
          <a:xfrm>
            <a:off x="1723545" y="1321838"/>
            <a:ext cx="2023703" cy="77382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OVERVIEW</a:t>
            </a:r>
            <a:endParaRPr/>
          </a:p>
        </p:txBody>
      </p:sp>
      <p:sp>
        <p:nvSpPr>
          <p:cNvPr id="987" name="Google Shape;987;p36"/>
          <p:cNvSpPr txBox="1">
            <a:spLocks noGrp="1"/>
          </p:cNvSpPr>
          <p:nvPr>
            <p:ph type="title" idx="2"/>
          </p:nvPr>
        </p:nvSpPr>
        <p:spPr>
          <a:xfrm flipH="1">
            <a:off x="5461445" y="1303726"/>
            <a:ext cx="3055026" cy="75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RESEARCH QUESTIONS</a:t>
            </a:r>
            <a:endParaRPr/>
          </a:p>
        </p:txBody>
      </p:sp>
      <p:sp>
        <p:nvSpPr>
          <p:cNvPr id="988" name="Google Shape;988;p36"/>
          <p:cNvSpPr txBox="1">
            <a:spLocks noGrp="1"/>
          </p:cNvSpPr>
          <p:nvPr>
            <p:ph type="title" idx="7"/>
          </p:nvPr>
        </p:nvSpPr>
        <p:spPr>
          <a:xfrm>
            <a:off x="1726720" y="2948825"/>
            <a:ext cx="2798700" cy="77382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VISUALIZATIONS &amp; ANALYSIS</a:t>
            </a:r>
            <a:endParaRPr/>
          </a:p>
        </p:txBody>
      </p:sp>
      <p:sp>
        <p:nvSpPr>
          <p:cNvPr id="990" name="Google Shape;990;p36"/>
          <p:cNvSpPr txBox="1">
            <a:spLocks noGrp="1"/>
          </p:cNvSpPr>
          <p:nvPr>
            <p:ph type="title" idx="9"/>
          </p:nvPr>
        </p:nvSpPr>
        <p:spPr>
          <a:xfrm flipH="1">
            <a:off x="5484029" y="3144443"/>
            <a:ext cx="27990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a:t>
            </a:r>
            <a:endParaRPr/>
          </a:p>
        </p:txBody>
      </p:sp>
      <p:sp>
        <p:nvSpPr>
          <p:cNvPr id="992" name="Google Shape;992;p36"/>
          <p:cNvSpPr txBox="1">
            <a:spLocks noGrp="1"/>
          </p:cNvSpPr>
          <p:nvPr>
            <p:ph type="title" idx="14"/>
          </p:nvPr>
        </p:nvSpPr>
        <p:spPr>
          <a:xfrm>
            <a:off x="873121" y="3099725"/>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993" name="Google Shape;993;p36"/>
          <p:cNvSpPr txBox="1">
            <a:spLocks noGrp="1"/>
          </p:cNvSpPr>
          <p:nvPr>
            <p:ph type="title" idx="5"/>
          </p:nvPr>
        </p:nvSpPr>
        <p:spPr>
          <a:xfrm flipH="1">
            <a:off x="4618280" y="1459480"/>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994" name="Google Shape;994;p36"/>
          <p:cNvSpPr txBox="1">
            <a:spLocks noGrp="1"/>
          </p:cNvSpPr>
          <p:nvPr>
            <p:ph type="title" idx="15"/>
          </p:nvPr>
        </p:nvSpPr>
        <p:spPr>
          <a:xfrm flipH="1">
            <a:off x="4628498" y="3099725"/>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sp>
        <p:nvSpPr>
          <p:cNvPr id="1936" name="Google Shape;1936;p64"/>
          <p:cNvSpPr txBox="1">
            <a:spLocks noGrp="1"/>
          </p:cNvSpPr>
          <p:nvPr>
            <p:ph type="title"/>
          </p:nvPr>
        </p:nvSpPr>
        <p:spPr>
          <a:xfrm>
            <a:off x="719999" y="365760"/>
            <a:ext cx="8101271"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DATASET OVERVIEW</a:t>
            </a:r>
            <a:endParaRPr/>
          </a:p>
        </p:txBody>
      </p:sp>
      <p:sp>
        <p:nvSpPr>
          <p:cNvPr id="1937" name="Google Shape;1937;p64"/>
          <p:cNvSpPr txBox="1">
            <a:spLocks noGrp="1"/>
          </p:cNvSpPr>
          <p:nvPr>
            <p:ph type="subTitle" idx="4294967295"/>
          </p:nvPr>
        </p:nvSpPr>
        <p:spPr>
          <a:xfrm>
            <a:off x="720150" y="1024499"/>
            <a:ext cx="7704000" cy="356542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solidFill>
                  <a:schemeClr val="hlink"/>
                </a:solidFill>
                <a:uFill>
                  <a:noFill/>
                </a:uFill>
              </a:rPr>
              <a:t>This dataset consists of medical records of almost 238,000 patients and offers insights into patient demographics, clinical conditions, and medical history. </a:t>
            </a:r>
          </a:p>
          <a:p>
            <a:pPr marL="0" lvl="0" indent="0" algn="l" rtl="0">
              <a:spcBef>
                <a:spcPts val="0"/>
              </a:spcBef>
              <a:spcAft>
                <a:spcPts val="0"/>
              </a:spcAft>
              <a:buClr>
                <a:schemeClr val="dk1"/>
              </a:buClr>
              <a:buSzPts val="1100"/>
              <a:buFont typeface="Arial"/>
              <a:buNone/>
            </a:pPr>
            <a:endParaRPr lang="en-US" sz="1800">
              <a:solidFill>
                <a:schemeClr val="hlink"/>
              </a:solidFill>
              <a:uFill>
                <a:noFill/>
              </a:uFill>
              <a:latin typeface="Times New Roman" panose="02020603050405020304" pitchFamily="18" charset="0"/>
              <a:hlinkClick r:id="rId3"/>
            </a:endParaRPr>
          </a:p>
          <a:p>
            <a:pPr marL="0" lvl="0" indent="0" algn="l" rtl="0">
              <a:spcBef>
                <a:spcPts val="0"/>
              </a:spcBef>
              <a:spcAft>
                <a:spcPts val="0"/>
              </a:spcAft>
              <a:buClr>
                <a:schemeClr val="dk1"/>
              </a:buClr>
              <a:buSzPts val="1100"/>
              <a:buFont typeface="Arial"/>
              <a:buNone/>
            </a:pPr>
            <a:r>
              <a:rPr lang="en-US">
                <a:solidFill>
                  <a:schemeClr val="hlink"/>
                </a:solidFill>
                <a:uFill>
                  <a:noFill/>
                </a:uFill>
              </a:rPr>
              <a:t>Total of 35 different variables, including</a:t>
            </a:r>
            <a:endParaRPr/>
          </a:p>
          <a:p>
            <a:pPr marL="457200" lvl="0" indent="-317500" algn="l" rtl="0">
              <a:spcBef>
                <a:spcPts val="0"/>
              </a:spcBef>
              <a:spcAft>
                <a:spcPts val="0"/>
              </a:spcAft>
              <a:buClr>
                <a:schemeClr val="dk1"/>
              </a:buClr>
              <a:buSzPts val="1400"/>
              <a:buChar char="●"/>
            </a:pPr>
            <a:r>
              <a:rPr lang="en-US">
                <a:solidFill>
                  <a:schemeClr val="hlink"/>
                </a:solidFill>
                <a:uFill>
                  <a:noFill/>
                </a:uFill>
              </a:rPr>
              <a:t>Gender, age, ethnicity</a:t>
            </a:r>
          </a:p>
          <a:p>
            <a:pPr marL="457200" lvl="0" indent="-317500" algn="l" rtl="0">
              <a:spcBef>
                <a:spcPts val="0"/>
              </a:spcBef>
              <a:spcAft>
                <a:spcPts val="0"/>
              </a:spcAft>
              <a:buClr>
                <a:schemeClr val="dk1"/>
              </a:buClr>
              <a:buSzPts val="1400"/>
              <a:buChar char="●"/>
            </a:pPr>
            <a:r>
              <a:rPr lang="en-US">
                <a:solidFill>
                  <a:schemeClr val="hlink"/>
                </a:solidFill>
                <a:uFill>
                  <a:noFill/>
                </a:uFill>
              </a:rPr>
              <a:t>Height, weight, BMI</a:t>
            </a:r>
            <a:endParaRPr/>
          </a:p>
          <a:p>
            <a:pPr marL="457200" lvl="0" indent="-317500" algn="l" rtl="0">
              <a:spcBef>
                <a:spcPts val="0"/>
              </a:spcBef>
              <a:spcAft>
                <a:spcPts val="0"/>
              </a:spcAft>
              <a:buClr>
                <a:schemeClr val="dk1"/>
              </a:buClr>
              <a:buSzPts val="1400"/>
              <a:buChar char="●"/>
            </a:pPr>
            <a:r>
              <a:rPr lang="en-US">
                <a:solidFill>
                  <a:schemeClr val="hlink"/>
                </a:solidFill>
                <a:uFill>
                  <a:noFill/>
                </a:uFill>
              </a:rPr>
              <a:t>Alcohol and smoking practices</a:t>
            </a:r>
          </a:p>
          <a:p>
            <a:pPr marL="457200" lvl="0" indent="-317500" algn="l" rtl="0">
              <a:spcBef>
                <a:spcPts val="0"/>
              </a:spcBef>
              <a:spcAft>
                <a:spcPts val="0"/>
              </a:spcAft>
              <a:buClr>
                <a:schemeClr val="dk1"/>
              </a:buClr>
              <a:buSzPts val="1400"/>
              <a:buChar char="●"/>
            </a:pPr>
            <a:r>
              <a:rPr lang="en-US">
                <a:solidFill>
                  <a:schemeClr val="hlink"/>
                </a:solidFill>
                <a:uFill>
                  <a:noFill/>
                </a:uFill>
              </a:rPr>
              <a:t>Occurrence of heart attack </a:t>
            </a:r>
          </a:p>
          <a:p>
            <a:pPr marL="457200" lvl="0" indent="-317500" algn="l" rtl="0">
              <a:spcBef>
                <a:spcPts val="0"/>
              </a:spcBef>
              <a:spcAft>
                <a:spcPts val="0"/>
              </a:spcAft>
              <a:buClr>
                <a:schemeClr val="dk1"/>
              </a:buClr>
              <a:buSzPts val="1400"/>
              <a:buChar char="●"/>
            </a:pPr>
            <a:r>
              <a:rPr lang="en-US">
                <a:solidFill>
                  <a:schemeClr val="hlink"/>
                </a:solidFill>
                <a:uFill>
                  <a:noFill/>
                </a:uFill>
              </a:rPr>
              <a:t>History of sickness such as diabetes, kidney disease, asthma, cancer</a:t>
            </a:r>
            <a:endParaRPr/>
          </a:p>
          <a:p>
            <a:pPr marL="457200" lvl="0" indent="-317500" algn="l" rtl="0">
              <a:spcBef>
                <a:spcPts val="0"/>
              </a:spcBef>
              <a:spcAft>
                <a:spcPts val="0"/>
              </a:spcAft>
              <a:buClr>
                <a:schemeClr val="dk1"/>
              </a:buClr>
              <a:buSzPts val="1400"/>
              <a:buChar char="●"/>
            </a:pPr>
            <a:r>
              <a:rPr lang="en-US">
                <a:solidFill>
                  <a:schemeClr val="hlink"/>
                </a:solidFill>
                <a:uFill>
                  <a:noFill/>
                </a:uFill>
              </a:rPr>
              <a:t>I</a:t>
            </a:r>
            <a:r>
              <a:rPr lang="en" err="1">
                <a:solidFill>
                  <a:schemeClr val="hlink"/>
                </a:solidFill>
                <a:uFill>
                  <a:noFill/>
                </a:uFill>
              </a:rPr>
              <a:t>ndicators</a:t>
            </a:r>
            <a:r>
              <a:rPr lang="en">
                <a:solidFill>
                  <a:schemeClr val="hlink"/>
                </a:solidFill>
                <a:uFill>
                  <a:noFill/>
                </a:uFill>
              </a:rPr>
              <a:t> of difficulties in walking, concentration, vision</a:t>
            </a:r>
          </a:p>
          <a:p>
            <a:pPr marL="457200" lvl="0" indent="-317500" algn="l" rtl="0">
              <a:spcBef>
                <a:spcPts val="0"/>
              </a:spcBef>
              <a:spcAft>
                <a:spcPts val="0"/>
              </a:spcAft>
              <a:buClr>
                <a:schemeClr val="dk1"/>
              </a:buClr>
              <a:buSzPts val="1400"/>
              <a:buChar char="●"/>
            </a:pPr>
            <a:r>
              <a:rPr lang="en-US">
                <a:solidFill>
                  <a:schemeClr val="hlink"/>
                </a:solidFill>
                <a:uFill>
                  <a:noFill/>
                </a:uFill>
              </a:rPr>
              <a:t>V</a:t>
            </a:r>
            <a:r>
              <a:rPr lang="en" err="1">
                <a:solidFill>
                  <a:schemeClr val="hlink"/>
                </a:solidFill>
                <a:uFill>
                  <a:noFill/>
                </a:uFill>
              </a:rPr>
              <a:t>accinations</a:t>
            </a:r>
            <a:r>
              <a:rPr lang="en">
                <a:solidFill>
                  <a:schemeClr val="hlink"/>
                </a:solidFill>
                <a:uFill>
                  <a:noFill/>
                </a:uFill>
              </a:rPr>
              <a:t>  </a:t>
            </a:r>
          </a:p>
          <a:p>
            <a:pPr marL="457200" lvl="0" indent="-317500" algn="l" rtl="0">
              <a:spcBef>
                <a:spcPts val="0"/>
              </a:spcBef>
              <a:spcAft>
                <a:spcPts val="0"/>
              </a:spcAft>
              <a:buClr>
                <a:schemeClr val="dk1"/>
              </a:buClr>
              <a:buSzPts val="1400"/>
              <a:buChar char="●"/>
            </a:pPr>
            <a:endParaRPr lang="en">
              <a:solidFill>
                <a:schemeClr val="hlink"/>
              </a:solidFill>
              <a:uFill>
                <a:noFill/>
              </a:uFill>
            </a:endParaRPr>
          </a:p>
          <a:p>
            <a:pPr marL="139700" lvl="0" indent="0" algn="l" rtl="0">
              <a:spcBef>
                <a:spcPts val="0"/>
              </a:spcBef>
              <a:spcAft>
                <a:spcPts val="0"/>
              </a:spcAft>
              <a:buClr>
                <a:schemeClr val="dk1"/>
              </a:buClr>
              <a:buSzPts val="1400"/>
              <a:buNone/>
            </a:pPr>
            <a:r>
              <a:rPr lang="en">
                <a:solidFill>
                  <a:schemeClr val="hlink"/>
                </a:solidFill>
                <a:uFill>
                  <a:noFill/>
                </a:uFill>
              </a:rPr>
              <a:t>Contains little missing data</a:t>
            </a:r>
          </a:p>
          <a:p>
            <a:pPr marL="139700" lvl="0" indent="0" algn="l" rtl="0">
              <a:spcBef>
                <a:spcPts val="0"/>
              </a:spcBef>
              <a:spcAft>
                <a:spcPts val="0"/>
              </a:spcAft>
              <a:buClr>
                <a:schemeClr val="dk1"/>
              </a:buClr>
              <a:buSzPts val="1400"/>
              <a:buNone/>
            </a:pPr>
            <a:endParaRPr lang="en">
              <a:solidFill>
                <a:schemeClr val="hlink"/>
              </a:solidFill>
              <a:uFill>
                <a:noFill/>
              </a:u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39"/>
          <p:cNvSpPr txBox="1">
            <a:spLocks noGrp="1"/>
          </p:cNvSpPr>
          <p:nvPr>
            <p:ph type="title" idx="4"/>
          </p:nvPr>
        </p:nvSpPr>
        <p:spPr>
          <a:xfrm>
            <a:off x="719929" y="2679444"/>
            <a:ext cx="25056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QUESTION 1</a:t>
            </a:r>
            <a:endParaRPr/>
          </a:p>
        </p:txBody>
      </p:sp>
      <p:sp>
        <p:nvSpPr>
          <p:cNvPr id="1037" name="Google Shape;1037;p39"/>
          <p:cNvSpPr txBox="1">
            <a:spLocks noGrp="1"/>
          </p:cNvSpPr>
          <p:nvPr>
            <p:ph type="title" idx="5"/>
          </p:nvPr>
        </p:nvSpPr>
        <p:spPr>
          <a:xfrm>
            <a:off x="3319200" y="2679444"/>
            <a:ext cx="25056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QUESTION 2</a:t>
            </a:r>
            <a:endParaRPr/>
          </a:p>
        </p:txBody>
      </p:sp>
      <p:sp>
        <p:nvSpPr>
          <p:cNvPr id="1038" name="Google Shape;1038;p39"/>
          <p:cNvSpPr txBox="1">
            <a:spLocks noGrp="1"/>
          </p:cNvSpPr>
          <p:nvPr>
            <p:ph type="title" idx="6"/>
          </p:nvPr>
        </p:nvSpPr>
        <p:spPr>
          <a:xfrm>
            <a:off x="5918471" y="2679444"/>
            <a:ext cx="25056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QUESTION 3</a:t>
            </a:r>
            <a:endParaRPr/>
          </a:p>
        </p:txBody>
      </p:sp>
      <p:sp>
        <p:nvSpPr>
          <p:cNvPr id="1039" name="Google Shape;1039;p39"/>
          <p:cNvSpPr txBox="1">
            <a:spLocks noGrp="1"/>
          </p:cNvSpPr>
          <p:nvPr>
            <p:ph type="title"/>
          </p:nvPr>
        </p:nvSpPr>
        <p:spPr>
          <a:xfrm>
            <a:off x="720000" y="365760"/>
            <a:ext cx="77040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QUESTIONS</a:t>
            </a:r>
            <a:endParaRPr/>
          </a:p>
        </p:txBody>
      </p:sp>
      <p:sp>
        <p:nvSpPr>
          <p:cNvPr id="1040" name="Google Shape;1040;p39"/>
          <p:cNvSpPr txBox="1">
            <a:spLocks noGrp="1"/>
          </p:cNvSpPr>
          <p:nvPr>
            <p:ph type="subTitle" idx="1"/>
          </p:nvPr>
        </p:nvSpPr>
        <p:spPr>
          <a:xfrm>
            <a:off x="721879" y="2898899"/>
            <a:ext cx="2501700" cy="1260723"/>
          </a:xfrm>
          <a:prstGeom prst="rect">
            <a:avLst/>
          </a:prstGeom>
          <a:noFill/>
          <a:ln>
            <a:noFill/>
          </a:ln>
        </p:spPr>
        <p:txBody>
          <a:bodyPr spcFirstLastPara="1" wrap="square" lIns="91425" tIns="91425" rIns="91425" bIns="91425" anchor="t" anchorCtr="0">
            <a:noAutofit/>
          </a:bodyPr>
          <a:lstStyle/>
          <a:p>
            <a:pPr marL="0" indent="0"/>
            <a:r>
              <a:rPr lang="en-US"/>
              <a:t>How do gender and geographic location influence the likelihood and distribution of heart attack occurrences across different age groups?</a:t>
            </a:r>
          </a:p>
        </p:txBody>
      </p:sp>
      <p:sp>
        <p:nvSpPr>
          <p:cNvPr id="1041" name="Google Shape;1041;p39"/>
          <p:cNvSpPr txBox="1">
            <a:spLocks noGrp="1"/>
          </p:cNvSpPr>
          <p:nvPr>
            <p:ph type="subTitle" idx="2"/>
          </p:nvPr>
        </p:nvSpPr>
        <p:spPr>
          <a:xfrm>
            <a:off x="3321150" y="2898900"/>
            <a:ext cx="2501700" cy="1260724"/>
          </a:xfrm>
          <a:prstGeom prst="rect">
            <a:avLst/>
          </a:prstGeom>
          <a:noFill/>
          <a:ln>
            <a:noFill/>
          </a:ln>
        </p:spPr>
        <p:txBody>
          <a:bodyPr spcFirstLastPara="1" wrap="square" lIns="91425" tIns="91425" rIns="91425" bIns="91425" anchor="t" anchorCtr="0">
            <a:noAutofit/>
          </a:bodyPr>
          <a:lstStyle/>
          <a:p>
            <a:pPr marL="0" indent="0"/>
            <a:r>
              <a:rPr lang="en-US"/>
              <a:t>Do patients’ smoking status and alcohol consumption play a role in their likelihood of experiencing a heart attack?</a:t>
            </a:r>
          </a:p>
        </p:txBody>
      </p:sp>
      <p:sp>
        <p:nvSpPr>
          <p:cNvPr id="1042" name="Google Shape;1042;p39"/>
          <p:cNvSpPr txBox="1">
            <a:spLocks noGrp="1"/>
          </p:cNvSpPr>
          <p:nvPr>
            <p:ph type="subTitle" idx="3"/>
          </p:nvPr>
        </p:nvSpPr>
        <p:spPr>
          <a:xfrm>
            <a:off x="5920421" y="2898900"/>
            <a:ext cx="2501700" cy="1260722"/>
          </a:xfrm>
          <a:prstGeom prst="rect">
            <a:avLst/>
          </a:prstGeom>
          <a:noFill/>
          <a:ln>
            <a:noFill/>
          </a:ln>
        </p:spPr>
        <p:txBody>
          <a:bodyPr spcFirstLastPara="1" wrap="square" lIns="91425" tIns="91425" rIns="91425" bIns="91425" anchor="t" anchorCtr="0">
            <a:noAutofit/>
          </a:bodyPr>
          <a:lstStyle/>
          <a:p>
            <a:pPr marL="0" indent="0"/>
            <a:r>
              <a:rPr lang="en-US"/>
              <a:t>Can a history of other clinical conditions, such as kidney disease or diabetes, contribute to a heart attack?</a:t>
            </a:r>
          </a:p>
        </p:txBody>
      </p:sp>
      <p:sp>
        <p:nvSpPr>
          <p:cNvPr id="1043" name="Google Shape;1043;p39"/>
          <p:cNvSpPr/>
          <p:nvPr/>
        </p:nvSpPr>
        <p:spPr>
          <a:xfrm>
            <a:off x="1593229" y="1758658"/>
            <a:ext cx="759000" cy="759000"/>
          </a:xfrm>
          <a:prstGeom prst="roundRect">
            <a:avLst>
              <a:gd name="adj" fmla="val 50000"/>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9"/>
          <p:cNvSpPr/>
          <p:nvPr/>
        </p:nvSpPr>
        <p:spPr>
          <a:xfrm>
            <a:off x="4192500" y="1758658"/>
            <a:ext cx="759000" cy="759000"/>
          </a:xfrm>
          <a:prstGeom prst="roundRect">
            <a:avLst>
              <a:gd name="adj" fmla="val 50000"/>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9"/>
          <p:cNvSpPr/>
          <p:nvPr/>
        </p:nvSpPr>
        <p:spPr>
          <a:xfrm>
            <a:off x="6791771" y="1758658"/>
            <a:ext cx="759000" cy="759000"/>
          </a:xfrm>
          <a:prstGeom prst="roundRect">
            <a:avLst>
              <a:gd name="adj" fmla="val 50000"/>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6664;p77">
            <a:extLst>
              <a:ext uri="{FF2B5EF4-FFF2-40B4-BE49-F238E27FC236}">
                <a16:creationId xmlns:a16="http://schemas.microsoft.com/office/drawing/2014/main" id="{3748C4FE-05AC-99F6-1DB5-BA593DE4D852}"/>
              </a:ext>
            </a:extLst>
          </p:cNvPr>
          <p:cNvGrpSpPr/>
          <p:nvPr/>
        </p:nvGrpSpPr>
        <p:grpSpPr>
          <a:xfrm>
            <a:off x="6995316" y="1949253"/>
            <a:ext cx="351910" cy="351880"/>
            <a:chOff x="-25094250" y="3547050"/>
            <a:chExt cx="295400" cy="295375"/>
          </a:xfrm>
        </p:grpSpPr>
        <p:sp>
          <p:nvSpPr>
            <p:cNvPr id="14" name="Google Shape;6665;p77">
              <a:extLst>
                <a:ext uri="{FF2B5EF4-FFF2-40B4-BE49-F238E27FC236}">
                  <a16:creationId xmlns:a16="http://schemas.microsoft.com/office/drawing/2014/main" id="{0CA99B4D-5CDC-E1F3-E57C-F61A5E283F9B}"/>
                </a:ext>
              </a:extLst>
            </p:cNvPr>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666;p77">
              <a:extLst>
                <a:ext uri="{FF2B5EF4-FFF2-40B4-BE49-F238E27FC236}">
                  <a16:creationId xmlns:a16="http://schemas.microsoft.com/office/drawing/2014/main" id="{8C65ED6B-5BD0-8074-7458-27B16626CDB1}"/>
                </a:ext>
              </a:extLst>
            </p:cNvPr>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667;p77">
              <a:extLst>
                <a:ext uri="{FF2B5EF4-FFF2-40B4-BE49-F238E27FC236}">
                  <a16:creationId xmlns:a16="http://schemas.microsoft.com/office/drawing/2014/main" id="{17A13C87-227F-9CAF-A7BC-FDD1DEDFF48E}"/>
                </a:ext>
              </a:extLst>
            </p:cNvPr>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668;p77">
              <a:extLst>
                <a:ext uri="{FF2B5EF4-FFF2-40B4-BE49-F238E27FC236}">
                  <a16:creationId xmlns:a16="http://schemas.microsoft.com/office/drawing/2014/main" id="{BF269BD5-875A-8F7C-4A45-2E0887B2961E}"/>
                </a:ext>
              </a:extLst>
            </p:cNvPr>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669;p77">
              <a:extLst>
                <a:ext uri="{FF2B5EF4-FFF2-40B4-BE49-F238E27FC236}">
                  <a16:creationId xmlns:a16="http://schemas.microsoft.com/office/drawing/2014/main" id="{0347D5D1-DA31-E456-6974-D253466D5CEB}"/>
                </a:ext>
              </a:extLst>
            </p:cNvPr>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6498;p77">
            <a:extLst>
              <a:ext uri="{FF2B5EF4-FFF2-40B4-BE49-F238E27FC236}">
                <a16:creationId xmlns:a16="http://schemas.microsoft.com/office/drawing/2014/main" id="{648E1484-F4A6-A9C7-D0AD-E28CBBBFC398}"/>
              </a:ext>
            </a:extLst>
          </p:cNvPr>
          <p:cNvGrpSpPr/>
          <p:nvPr/>
        </p:nvGrpSpPr>
        <p:grpSpPr>
          <a:xfrm>
            <a:off x="4394168" y="2014421"/>
            <a:ext cx="355663" cy="308725"/>
            <a:chOff x="-28462125" y="3199700"/>
            <a:chExt cx="298550" cy="259150"/>
          </a:xfrm>
        </p:grpSpPr>
        <p:sp>
          <p:nvSpPr>
            <p:cNvPr id="21" name="Google Shape;6499;p77">
              <a:extLst>
                <a:ext uri="{FF2B5EF4-FFF2-40B4-BE49-F238E27FC236}">
                  <a16:creationId xmlns:a16="http://schemas.microsoft.com/office/drawing/2014/main" id="{76913CBC-6891-E605-F1D5-1C1800A18104}"/>
                </a:ext>
              </a:extLst>
            </p:cNvPr>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500;p77">
              <a:extLst>
                <a:ext uri="{FF2B5EF4-FFF2-40B4-BE49-F238E27FC236}">
                  <a16:creationId xmlns:a16="http://schemas.microsoft.com/office/drawing/2014/main" id="{4982F036-E9B0-63B9-8902-10418DD2962F}"/>
                </a:ext>
              </a:extLst>
            </p:cNvPr>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501;p77">
              <a:extLst>
                <a:ext uri="{FF2B5EF4-FFF2-40B4-BE49-F238E27FC236}">
                  <a16:creationId xmlns:a16="http://schemas.microsoft.com/office/drawing/2014/main" id="{83B0D185-F5C7-8B6F-ECB0-FE4AF000A092}"/>
                </a:ext>
              </a:extLst>
            </p:cNvPr>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6562;p77">
            <a:extLst>
              <a:ext uri="{FF2B5EF4-FFF2-40B4-BE49-F238E27FC236}">
                <a16:creationId xmlns:a16="http://schemas.microsoft.com/office/drawing/2014/main" id="{1125931F-A59A-3005-2D45-95DBC95E2A91}"/>
              </a:ext>
            </a:extLst>
          </p:cNvPr>
          <p:cNvGrpSpPr/>
          <p:nvPr/>
        </p:nvGrpSpPr>
        <p:grpSpPr>
          <a:xfrm>
            <a:off x="1796774" y="1970313"/>
            <a:ext cx="345328" cy="352833"/>
            <a:chOff x="-24353875" y="3147725"/>
            <a:chExt cx="289875" cy="296175"/>
          </a:xfrm>
        </p:grpSpPr>
        <p:sp>
          <p:nvSpPr>
            <p:cNvPr id="25" name="Google Shape;6563;p77">
              <a:extLst>
                <a:ext uri="{FF2B5EF4-FFF2-40B4-BE49-F238E27FC236}">
                  <a16:creationId xmlns:a16="http://schemas.microsoft.com/office/drawing/2014/main" id="{3C1A97C5-1B99-EC1D-EC70-47822892ACA8}"/>
                </a:ext>
              </a:extLst>
            </p:cNvPr>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564;p77">
              <a:extLst>
                <a:ext uri="{FF2B5EF4-FFF2-40B4-BE49-F238E27FC236}">
                  <a16:creationId xmlns:a16="http://schemas.microsoft.com/office/drawing/2014/main" id="{8BF86BAA-083B-39FA-7748-DB60D0CC4610}"/>
                </a:ext>
              </a:extLst>
            </p:cNvPr>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1040;p39">
            <a:extLst>
              <a:ext uri="{FF2B5EF4-FFF2-40B4-BE49-F238E27FC236}">
                <a16:creationId xmlns:a16="http://schemas.microsoft.com/office/drawing/2014/main" id="{E62286DF-DDC5-0339-8542-36D4C748A156}"/>
              </a:ext>
            </a:extLst>
          </p:cNvPr>
          <p:cNvSpPr txBox="1">
            <a:spLocks/>
          </p:cNvSpPr>
          <p:nvPr/>
        </p:nvSpPr>
        <p:spPr>
          <a:xfrm>
            <a:off x="1867186" y="899941"/>
            <a:ext cx="5417139" cy="75270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2800"/>
              <a:buFont typeface="Albert Sans"/>
              <a:buNone/>
              <a:defRPr sz="1400" b="0" i="0" u="none" strike="noStrike" cap="none">
                <a:solidFill>
                  <a:schemeClr val="lt1"/>
                </a:solidFill>
                <a:latin typeface="Albert Sans"/>
                <a:ea typeface="Albert Sans"/>
                <a:cs typeface="Albert Sans"/>
                <a:sym typeface="Albert Sans"/>
              </a:defRPr>
            </a:lvl1pPr>
            <a:lvl2pPr marL="914400" marR="0" lvl="1"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2pPr>
            <a:lvl3pPr marL="1371600" marR="0" lvl="2"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3pPr>
            <a:lvl4pPr marL="1828800" marR="0" lvl="3"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4pPr>
            <a:lvl5pPr marL="2286000" marR="0" lvl="4"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5pPr>
            <a:lvl6pPr marL="2743200" marR="0" lvl="5"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6pPr>
            <a:lvl7pPr marL="3200400" marR="0" lvl="6"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7pPr>
            <a:lvl8pPr marL="3657600" marR="0" lvl="7"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8pPr>
            <a:lvl9pPr marL="4114800" marR="0" lvl="8" indent="-317500" algn="ctr" rtl="0">
              <a:lnSpc>
                <a:spcPct val="100000"/>
              </a:lnSpc>
              <a:spcBef>
                <a:spcPts val="0"/>
              </a:spcBef>
              <a:spcAft>
                <a:spcPts val="0"/>
              </a:spcAft>
              <a:buClr>
                <a:schemeClr val="lt1"/>
              </a:buClr>
              <a:buSzPts val="2800"/>
              <a:buFont typeface="Albert Sans"/>
              <a:buNone/>
              <a:defRPr sz="2800" b="0" i="0" u="none" strike="noStrike" cap="none">
                <a:solidFill>
                  <a:schemeClr val="lt1"/>
                </a:solidFill>
                <a:latin typeface="Albert Sans"/>
                <a:ea typeface="Albert Sans"/>
                <a:cs typeface="Albert Sans"/>
                <a:sym typeface="Albert Sans"/>
              </a:defRPr>
            </a:lvl9pPr>
          </a:lstStyle>
          <a:p>
            <a:pPr marL="0" indent="0"/>
            <a:r>
              <a:rPr lang="en-US" b="1"/>
              <a:t>General Question: </a:t>
            </a:r>
            <a:r>
              <a:rPr lang="en-US"/>
              <a:t>Which factors can influence a patient’s likelihood of experiencing a heart attack?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p38"/>
          <p:cNvSpPr txBox="1">
            <a:spLocks noGrp="1"/>
          </p:cNvSpPr>
          <p:nvPr>
            <p:ph type="title"/>
          </p:nvPr>
        </p:nvSpPr>
        <p:spPr>
          <a:xfrm>
            <a:off x="596153" y="1079126"/>
            <a:ext cx="7951693" cy="298524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a:t>DEMOGRAPHIC AND GEOSPATIAL FACTORS INFLUENCING HEART ATTACKS</a:t>
            </a:r>
            <a:endParaRPr sz="4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D14FA-26B1-2E18-F901-12BC9A8BB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58133-01DD-B32C-F989-7DBC7732B588}"/>
              </a:ext>
            </a:extLst>
          </p:cNvPr>
          <p:cNvSpPr>
            <a:spLocks noGrp="1"/>
          </p:cNvSpPr>
          <p:nvPr>
            <p:ph type="title"/>
          </p:nvPr>
        </p:nvSpPr>
        <p:spPr>
          <a:xfrm>
            <a:off x="648282" y="294042"/>
            <a:ext cx="8370211" cy="548700"/>
          </a:xfrm>
        </p:spPr>
        <p:txBody>
          <a:bodyPr/>
          <a:lstStyle/>
          <a:p>
            <a:r>
              <a:rPr lang="en-US" sz="2800"/>
              <a:t>HEART ATTACKS ACROSS THE US</a:t>
            </a:r>
          </a:p>
        </p:txBody>
      </p:sp>
      <p:sp>
        <p:nvSpPr>
          <p:cNvPr id="7" name="Google Shape;1248;p44">
            <a:extLst>
              <a:ext uri="{FF2B5EF4-FFF2-40B4-BE49-F238E27FC236}">
                <a16:creationId xmlns:a16="http://schemas.microsoft.com/office/drawing/2014/main" id="{C04941B3-CFD2-3E25-F75E-820848775940}"/>
              </a:ext>
            </a:extLst>
          </p:cNvPr>
          <p:cNvSpPr txBox="1"/>
          <p:nvPr/>
        </p:nvSpPr>
        <p:spPr>
          <a:xfrm flipH="1">
            <a:off x="580104" y="1278632"/>
            <a:ext cx="2059563" cy="3657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000" b="1" i="1">
                <a:solidFill>
                  <a:schemeClr val="lt1"/>
                </a:solidFill>
                <a:latin typeface="Rhodium Libre"/>
                <a:ea typeface="Rhodium Libre"/>
                <a:cs typeface="Rhodium Libre"/>
                <a:sym typeface="Rhodium Libre"/>
              </a:rPr>
              <a:t>Key Insights</a:t>
            </a:r>
            <a:endParaRPr sz="2000" b="1" i="1">
              <a:solidFill>
                <a:schemeClr val="lt1"/>
              </a:solidFill>
              <a:latin typeface="Rhodium Libre"/>
              <a:ea typeface="Rhodium Libre"/>
              <a:cs typeface="Rhodium Libre"/>
              <a:sym typeface="Rhodium Libre"/>
            </a:endParaRPr>
          </a:p>
        </p:txBody>
      </p:sp>
      <p:sp>
        <p:nvSpPr>
          <p:cNvPr id="8" name="TextBox 7">
            <a:extLst>
              <a:ext uri="{FF2B5EF4-FFF2-40B4-BE49-F238E27FC236}">
                <a16:creationId xmlns:a16="http://schemas.microsoft.com/office/drawing/2014/main" id="{19F36F5F-556B-5286-09F7-2F52880BD74E}"/>
              </a:ext>
            </a:extLst>
          </p:cNvPr>
          <p:cNvSpPr txBox="1"/>
          <p:nvPr/>
        </p:nvSpPr>
        <p:spPr>
          <a:xfrm>
            <a:off x="332604" y="1772540"/>
            <a:ext cx="2748924" cy="1908215"/>
          </a:xfrm>
          <a:prstGeom prst="rect">
            <a:avLst/>
          </a:prstGeom>
          <a:noFill/>
        </p:spPr>
        <p:txBody>
          <a:bodyPr wrap="square" lIns="91440" tIns="45720" rIns="91440" bIns="45720" anchor="t">
            <a:spAutoFit/>
          </a:bodyPr>
          <a:lstStyle/>
          <a:p>
            <a:pPr marL="457200" indent="-317500">
              <a:spcAft>
                <a:spcPts val="1200"/>
              </a:spcAft>
              <a:buClr>
                <a:schemeClr val="dk1"/>
              </a:buClr>
              <a:buSzPts val="1400"/>
              <a:buChar char="●"/>
            </a:pPr>
            <a:r>
              <a:rPr lang="en-US">
                <a:solidFill>
                  <a:schemeClr val="hlink"/>
                </a:solidFill>
                <a:uFill>
                  <a:noFill/>
                </a:uFill>
              </a:rPr>
              <a:t>Indicates states with highest rates of heart attack</a:t>
            </a:r>
          </a:p>
          <a:p>
            <a:pPr marL="457200" lvl="0" indent="-317500" algn="l">
              <a:spcBef>
                <a:spcPts val="0"/>
              </a:spcBef>
              <a:spcAft>
                <a:spcPts val="1200"/>
              </a:spcAft>
              <a:buClr>
                <a:schemeClr val="dk1"/>
              </a:buClr>
              <a:buSzPts val="1400"/>
              <a:buChar char="●"/>
            </a:pPr>
            <a:r>
              <a:rPr lang="en-US">
                <a:solidFill>
                  <a:schemeClr val="hlink"/>
                </a:solidFill>
                <a:uFill>
                  <a:noFill/>
                </a:uFill>
              </a:rPr>
              <a:t>Washington leads with largest number while Delaware has lowest</a:t>
            </a:r>
          </a:p>
          <a:p>
            <a:pPr marL="457200" lvl="0" indent="-317500" algn="l" rtl="0">
              <a:spcBef>
                <a:spcPts val="0"/>
              </a:spcBef>
              <a:spcAft>
                <a:spcPts val="1200"/>
              </a:spcAft>
              <a:buClr>
                <a:schemeClr val="dk1"/>
              </a:buClr>
              <a:buSzPts val="1400"/>
              <a:buChar char="●"/>
            </a:pPr>
            <a:endParaRPr lang="en-US">
              <a:solidFill>
                <a:schemeClr val="hlink"/>
              </a:solidFill>
              <a:uFill>
                <a:noFill/>
              </a:uFill>
            </a:endParaRPr>
          </a:p>
        </p:txBody>
      </p:sp>
      <p:pic>
        <p:nvPicPr>
          <p:cNvPr id="12" name="Picture 11" descr="A map of the united states&#10;&#10;Description automatically generated">
            <a:extLst>
              <a:ext uri="{FF2B5EF4-FFF2-40B4-BE49-F238E27FC236}">
                <a16:creationId xmlns:a16="http://schemas.microsoft.com/office/drawing/2014/main" id="{5F7E304A-F195-80F4-D406-B4AA5DB5296D}"/>
              </a:ext>
            </a:extLst>
          </p:cNvPr>
          <p:cNvPicPr>
            <a:picLocks noChangeAspect="1"/>
          </p:cNvPicPr>
          <p:nvPr/>
        </p:nvPicPr>
        <p:blipFill>
          <a:blip r:embed="rId3"/>
          <a:stretch>
            <a:fillRect/>
          </a:stretch>
        </p:blipFill>
        <p:spPr>
          <a:xfrm>
            <a:off x="2790924" y="863263"/>
            <a:ext cx="6020472" cy="3726768"/>
          </a:xfrm>
          <a:prstGeom prst="rect">
            <a:avLst/>
          </a:prstGeom>
        </p:spPr>
      </p:pic>
    </p:spTree>
    <p:extLst>
      <p:ext uri="{BB962C8B-B14F-4D97-AF65-F5344CB8AC3E}">
        <p14:creationId xmlns:p14="http://schemas.microsoft.com/office/powerpoint/2010/main" val="711112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3">
          <a:extLst>
            <a:ext uri="{FF2B5EF4-FFF2-40B4-BE49-F238E27FC236}">
              <a16:creationId xmlns:a16="http://schemas.microsoft.com/office/drawing/2014/main" id="{609A3A74-8818-8BEE-6A75-50F21ACAAA89}"/>
            </a:ext>
          </a:extLst>
        </p:cNvPr>
        <p:cNvGrpSpPr/>
        <p:nvPr/>
      </p:nvGrpSpPr>
      <p:grpSpPr>
        <a:xfrm>
          <a:off x="0" y="0"/>
          <a:ext cx="0" cy="0"/>
          <a:chOff x="0" y="0"/>
          <a:chExt cx="0" cy="0"/>
        </a:xfrm>
      </p:grpSpPr>
      <p:sp>
        <p:nvSpPr>
          <p:cNvPr id="1244" name="Google Shape;1244;p44">
            <a:extLst>
              <a:ext uri="{FF2B5EF4-FFF2-40B4-BE49-F238E27FC236}">
                <a16:creationId xmlns:a16="http://schemas.microsoft.com/office/drawing/2014/main" id="{F4F2332F-2F5F-6877-1564-3B97D69F008E}"/>
              </a:ext>
            </a:extLst>
          </p:cNvPr>
          <p:cNvSpPr txBox="1">
            <a:spLocks noGrp="1"/>
          </p:cNvSpPr>
          <p:nvPr>
            <p:ph type="title"/>
          </p:nvPr>
        </p:nvSpPr>
        <p:spPr>
          <a:xfrm>
            <a:off x="763160" y="280568"/>
            <a:ext cx="7940410" cy="550077"/>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400"/>
              <a:t>HEART ATTACK TRENDS ACROSS AGE GROUPS AND GENDER</a:t>
            </a:r>
            <a:endParaRPr sz="2400"/>
          </a:p>
        </p:txBody>
      </p:sp>
      <p:sp>
        <p:nvSpPr>
          <p:cNvPr id="1248" name="Google Shape;1248;p44">
            <a:extLst>
              <a:ext uri="{FF2B5EF4-FFF2-40B4-BE49-F238E27FC236}">
                <a16:creationId xmlns:a16="http://schemas.microsoft.com/office/drawing/2014/main" id="{BD1C9A89-9F47-FB73-E92E-0BC92BABEAAF}"/>
              </a:ext>
            </a:extLst>
          </p:cNvPr>
          <p:cNvSpPr txBox="1"/>
          <p:nvPr/>
        </p:nvSpPr>
        <p:spPr>
          <a:xfrm flipH="1">
            <a:off x="580104" y="1278632"/>
            <a:ext cx="2059563" cy="3657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000" b="1" i="1">
                <a:solidFill>
                  <a:schemeClr val="lt1"/>
                </a:solidFill>
                <a:latin typeface="Rhodium Libre"/>
                <a:ea typeface="Rhodium Libre"/>
                <a:cs typeface="Rhodium Libre"/>
                <a:sym typeface="Rhodium Libre"/>
              </a:rPr>
              <a:t>Key Insights</a:t>
            </a:r>
            <a:endParaRPr sz="2000" b="1" i="1">
              <a:solidFill>
                <a:schemeClr val="lt1"/>
              </a:solidFill>
              <a:latin typeface="Rhodium Libre"/>
              <a:ea typeface="Rhodium Libre"/>
              <a:cs typeface="Rhodium Libre"/>
              <a:sym typeface="Rhodium Libre"/>
            </a:endParaRPr>
          </a:p>
        </p:txBody>
      </p:sp>
      <p:sp>
        <p:nvSpPr>
          <p:cNvPr id="3" name="TextBox 2">
            <a:extLst>
              <a:ext uri="{FF2B5EF4-FFF2-40B4-BE49-F238E27FC236}">
                <a16:creationId xmlns:a16="http://schemas.microsoft.com/office/drawing/2014/main" id="{E9353809-CBF1-0DA7-CD6B-2662630A7382}"/>
              </a:ext>
            </a:extLst>
          </p:cNvPr>
          <p:cNvSpPr txBox="1"/>
          <p:nvPr/>
        </p:nvSpPr>
        <p:spPr>
          <a:xfrm>
            <a:off x="332604" y="1772540"/>
            <a:ext cx="2748924" cy="2862322"/>
          </a:xfrm>
          <a:prstGeom prst="rect">
            <a:avLst/>
          </a:prstGeom>
          <a:noFill/>
        </p:spPr>
        <p:txBody>
          <a:bodyPr wrap="square" lIns="91440" tIns="45720" rIns="91440" bIns="45720" anchor="t">
            <a:spAutoFit/>
          </a:bodyPr>
          <a:lstStyle/>
          <a:p>
            <a:pPr marL="457200" indent="-317500">
              <a:spcAft>
                <a:spcPts val="1200"/>
              </a:spcAft>
              <a:buClr>
                <a:schemeClr val="dk1"/>
              </a:buClr>
              <a:buSzPts val="1400"/>
              <a:buChar char="●"/>
            </a:pPr>
            <a:r>
              <a:rPr lang="en-US">
                <a:solidFill>
                  <a:schemeClr val="hlink"/>
                </a:solidFill>
                <a:uFill>
                  <a:noFill/>
                </a:uFill>
              </a:rPr>
              <a:t>Indicates gender-specific risk factors with age</a:t>
            </a:r>
          </a:p>
          <a:p>
            <a:pPr marL="457200" lvl="0" indent="-317500" algn="l">
              <a:spcBef>
                <a:spcPts val="0"/>
              </a:spcBef>
              <a:spcAft>
                <a:spcPts val="1200"/>
              </a:spcAft>
              <a:buClr>
                <a:schemeClr val="dk1"/>
              </a:buClr>
              <a:buSzPts val="1400"/>
              <a:buChar char="●"/>
            </a:pPr>
            <a:r>
              <a:rPr lang="en-US" err="1">
                <a:solidFill>
                  <a:schemeClr val="hlink"/>
                </a:solidFill>
                <a:uFill>
                  <a:noFill/>
                </a:uFill>
              </a:rPr>
              <a:t>Mens’</a:t>
            </a:r>
            <a:r>
              <a:rPr lang="en-US">
                <a:solidFill>
                  <a:schemeClr val="hlink"/>
                </a:solidFill>
                <a:uFill>
                  <a:noFill/>
                </a:uFill>
              </a:rPr>
              <a:t> risk of heart attack is highest under the age of 25 and after 65</a:t>
            </a:r>
            <a:endParaRPr lang="en-US">
              <a:solidFill>
                <a:schemeClr val="hlink"/>
              </a:solidFill>
            </a:endParaRPr>
          </a:p>
          <a:p>
            <a:pPr marL="457200" lvl="0" indent="-317500" algn="l" rtl="0">
              <a:spcBef>
                <a:spcPts val="0"/>
              </a:spcBef>
              <a:spcAft>
                <a:spcPts val="1200"/>
              </a:spcAft>
              <a:buClr>
                <a:schemeClr val="dk1"/>
              </a:buClr>
              <a:buSzPts val="1400"/>
              <a:buChar char="●"/>
            </a:pPr>
            <a:r>
              <a:rPr lang="en-US" err="1">
                <a:solidFill>
                  <a:schemeClr val="hlink"/>
                </a:solidFill>
                <a:uFill>
                  <a:noFill/>
                </a:uFill>
              </a:rPr>
              <a:t>Womens’</a:t>
            </a:r>
            <a:r>
              <a:rPr lang="en-US">
                <a:solidFill>
                  <a:schemeClr val="hlink"/>
                </a:solidFill>
                <a:uFill>
                  <a:noFill/>
                </a:uFill>
              </a:rPr>
              <a:t> heart attack rates are highest between 40 and 50</a:t>
            </a:r>
          </a:p>
          <a:p>
            <a:pPr marL="457200" lvl="0" indent="-317500" algn="l" rtl="0">
              <a:spcBef>
                <a:spcPts val="0"/>
              </a:spcBef>
              <a:spcAft>
                <a:spcPts val="1200"/>
              </a:spcAft>
              <a:buClr>
                <a:schemeClr val="dk1"/>
              </a:buClr>
              <a:buSzPts val="1400"/>
              <a:buChar char="●"/>
            </a:pPr>
            <a:endParaRPr lang="en-US">
              <a:solidFill>
                <a:schemeClr val="hlink"/>
              </a:solidFill>
              <a:uFill>
                <a:noFill/>
              </a:uFill>
            </a:endParaRPr>
          </a:p>
          <a:p>
            <a:pPr marL="457200" lvl="0" indent="-317500" algn="l" rtl="0">
              <a:spcBef>
                <a:spcPts val="0"/>
              </a:spcBef>
              <a:spcAft>
                <a:spcPts val="1200"/>
              </a:spcAft>
              <a:buClr>
                <a:schemeClr val="dk1"/>
              </a:buClr>
              <a:buSzPts val="1400"/>
              <a:buChar char="●"/>
            </a:pPr>
            <a:endParaRPr lang="en-US">
              <a:solidFill>
                <a:schemeClr val="hlink"/>
              </a:solidFill>
              <a:uFill>
                <a:noFill/>
              </a:uFill>
            </a:endParaRPr>
          </a:p>
        </p:txBody>
      </p:sp>
      <p:pic>
        <p:nvPicPr>
          <p:cNvPr id="13" name="Picture 12" descr="A graph of heart attack&#10;&#10;Description automatically generated">
            <a:extLst>
              <a:ext uri="{FF2B5EF4-FFF2-40B4-BE49-F238E27FC236}">
                <a16:creationId xmlns:a16="http://schemas.microsoft.com/office/drawing/2014/main" id="{A6FE97D7-BF22-6417-EBDE-09F66DE9EFC7}"/>
              </a:ext>
            </a:extLst>
          </p:cNvPr>
          <p:cNvPicPr>
            <a:picLocks noChangeAspect="1"/>
          </p:cNvPicPr>
          <p:nvPr/>
        </p:nvPicPr>
        <p:blipFill>
          <a:blip r:embed="rId3"/>
          <a:stretch>
            <a:fillRect/>
          </a:stretch>
        </p:blipFill>
        <p:spPr>
          <a:xfrm>
            <a:off x="3081528" y="1127073"/>
            <a:ext cx="5740165" cy="3578344"/>
          </a:xfrm>
          <a:prstGeom prst="rect">
            <a:avLst/>
          </a:prstGeom>
        </p:spPr>
      </p:pic>
    </p:spTree>
    <p:extLst>
      <p:ext uri="{BB962C8B-B14F-4D97-AF65-F5344CB8AC3E}">
        <p14:creationId xmlns:p14="http://schemas.microsoft.com/office/powerpoint/2010/main" val="1005201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89D6-9B30-BD99-D305-7FB7870C7EA0}"/>
              </a:ext>
            </a:extLst>
          </p:cNvPr>
          <p:cNvSpPr>
            <a:spLocks noGrp="1"/>
          </p:cNvSpPr>
          <p:nvPr>
            <p:ph type="title"/>
          </p:nvPr>
        </p:nvSpPr>
        <p:spPr>
          <a:xfrm>
            <a:off x="818918" y="294991"/>
            <a:ext cx="7598942" cy="880334"/>
          </a:xfrm>
        </p:spPr>
        <p:txBody>
          <a:bodyPr/>
          <a:lstStyle/>
          <a:p>
            <a:r>
              <a:rPr lang="en-US" sz="2400"/>
              <a:t>HEART ATTACKS ACCOUNTING FOR GENDER AND LOCATION</a:t>
            </a:r>
          </a:p>
        </p:txBody>
      </p:sp>
      <p:sp>
        <p:nvSpPr>
          <p:cNvPr id="3" name="Google Shape;1248;p44">
            <a:extLst>
              <a:ext uri="{FF2B5EF4-FFF2-40B4-BE49-F238E27FC236}">
                <a16:creationId xmlns:a16="http://schemas.microsoft.com/office/drawing/2014/main" id="{3BF4D8D8-99AB-1A71-86E5-1EB047423C0A}"/>
              </a:ext>
            </a:extLst>
          </p:cNvPr>
          <p:cNvSpPr txBox="1"/>
          <p:nvPr/>
        </p:nvSpPr>
        <p:spPr>
          <a:xfrm flipH="1">
            <a:off x="5916436" y="1067749"/>
            <a:ext cx="2059563" cy="3657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000" b="1" i="1">
                <a:solidFill>
                  <a:schemeClr val="lt1"/>
                </a:solidFill>
                <a:latin typeface="Rhodium Libre"/>
                <a:ea typeface="Rhodium Libre"/>
                <a:cs typeface="Rhodium Libre"/>
                <a:sym typeface="Rhodium Libre"/>
              </a:rPr>
              <a:t>Key Insights</a:t>
            </a:r>
            <a:endParaRPr sz="2000" b="1" i="1">
              <a:solidFill>
                <a:schemeClr val="lt1"/>
              </a:solidFill>
              <a:latin typeface="Rhodium Libre"/>
              <a:ea typeface="Rhodium Libre"/>
              <a:cs typeface="Rhodium Libre"/>
              <a:sym typeface="Rhodium Libre"/>
            </a:endParaRPr>
          </a:p>
        </p:txBody>
      </p:sp>
      <p:sp>
        <p:nvSpPr>
          <p:cNvPr id="4" name="TextBox 3">
            <a:extLst>
              <a:ext uri="{FF2B5EF4-FFF2-40B4-BE49-F238E27FC236}">
                <a16:creationId xmlns:a16="http://schemas.microsoft.com/office/drawing/2014/main" id="{26B0555D-023D-EB7C-71D3-9F6FFF2BA4F7}"/>
              </a:ext>
            </a:extLst>
          </p:cNvPr>
          <p:cNvSpPr txBox="1"/>
          <p:nvPr/>
        </p:nvSpPr>
        <p:spPr>
          <a:xfrm>
            <a:off x="5916436" y="1575957"/>
            <a:ext cx="2501424" cy="3354765"/>
          </a:xfrm>
          <a:prstGeom prst="rect">
            <a:avLst/>
          </a:prstGeom>
          <a:noFill/>
        </p:spPr>
        <p:txBody>
          <a:bodyPr wrap="square" lIns="91440" tIns="45720" rIns="91440" bIns="45720" anchor="t">
            <a:spAutoFit/>
          </a:bodyPr>
          <a:lstStyle/>
          <a:p>
            <a:pPr marL="457200" indent="-317500">
              <a:spcAft>
                <a:spcPts val="1200"/>
              </a:spcAft>
              <a:buClr>
                <a:schemeClr val="dk1"/>
              </a:buClr>
              <a:buSzPts val="1400"/>
              <a:buChar char="●"/>
            </a:pPr>
            <a:r>
              <a:rPr lang="en-US">
                <a:solidFill>
                  <a:schemeClr val="hlink"/>
                </a:solidFill>
                <a:uFill>
                  <a:noFill/>
                </a:uFill>
              </a:rPr>
              <a:t>Texas has the highest male heart attack rates compared to the other states</a:t>
            </a:r>
          </a:p>
          <a:p>
            <a:pPr marL="457200" lvl="0" indent="-317500" algn="l" rtl="0">
              <a:spcBef>
                <a:spcPts val="0"/>
              </a:spcBef>
              <a:spcAft>
                <a:spcPts val="1200"/>
              </a:spcAft>
              <a:buClr>
                <a:schemeClr val="dk1"/>
              </a:buClr>
              <a:buSzPts val="1400"/>
              <a:buChar char="●"/>
            </a:pPr>
            <a:r>
              <a:rPr lang="en-US">
                <a:solidFill>
                  <a:schemeClr val="hlink"/>
                </a:solidFill>
                <a:uFill>
                  <a:noFill/>
                </a:uFill>
              </a:rPr>
              <a:t>Across all states, men are at a higher risk for heart attacks compared to women</a:t>
            </a:r>
          </a:p>
          <a:p>
            <a:pPr marL="457200" lvl="0" indent="-317500" algn="l" rtl="0">
              <a:spcBef>
                <a:spcPts val="0"/>
              </a:spcBef>
              <a:spcAft>
                <a:spcPts val="1200"/>
              </a:spcAft>
              <a:buClr>
                <a:schemeClr val="dk1"/>
              </a:buClr>
              <a:buSzPts val="1400"/>
              <a:buChar char="●"/>
            </a:pPr>
            <a:r>
              <a:rPr lang="en-US">
                <a:solidFill>
                  <a:schemeClr val="hlink"/>
                </a:solidFill>
                <a:uFill>
                  <a:noFill/>
                </a:uFill>
              </a:rPr>
              <a:t>Indicates that gender and location can increase likelihood of heart attack</a:t>
            </a:r>
          </a:p>
          <a:p>
            <a:pPr marL="457200" lvl="0" indent="-317500" algn="l" rtl="0">
              <a:spcBef>
                <a:spcPts val="0"/>
              </a:spcBef>
              <a:spcAft>
                <a:spcPts val="1200"/>
              </a:spcAft>
              <a:buClr>
                <a:schemeClr val="dk1"/>
              </a:buClr>
              <a:buSzPts val="1400"/>
              <a:buChar char="●"/>
            </a:pPr>
            <a:endParaRPr lang="en-US">
              <a:solidFill>
                <a:schemeClr val="hlink"/>
              </a:solidFill>
              <a:uFill>
                <a:noFill/>
              </a:uFill>
            </a:endParaRPr>
          </a:p>
        </p:txBody>
      </p:sp>
      <p:pic>
        <p:nvPicPr>
          <p:cNvPr id="5" name="Picture 4" descr="A graph of different colored lines&#10;&#10;Description automatically generated">
            <a:extLst>
              <a:ext uri="{FF2B5EF4-FFF2-40B4-BE49-F238E27FC236}">
                <a16:creationId xmlns:a16="http://schemas.microsoft.com/office/drawing/2014/main" id="{73B26341-F3E4-30DA-6B60-D90D8192F095}"/>
              </a:ext>
            </a:extLst>
          </p:cNvPr>
          <p:cNvPicPr>
            <a:picLocks noChangeAspect="1"/>
          </p:cNvPicPr>
          <p:nvPr/>
        </p:nvPicPr>
        <p:blipFill>
          <a:blip r:embed="rId3"/>
          <a:stretch>
            <a:fillRect/>
          </a:stretch>
        </p:blipFill>
        <p:spPr>
          <a:xfrm>
            <a:off x="229500" y="1441651"/>
            <a:ext cx="5701500" cy="3079198"/>
          </a:xfrm>
          <a:prstGeom prst="rect">
            <a:avLst/>
          </a:prstGeom>
        </p:spPr>
      </p:pic>
    </p:spTree>
    <p:extLst>
      <p:ext uri="{BB962C8B-B14F-4D97-AF65-F5344CB8AC3E}">
        <p14:creationId xmlns:p14="http://schemas.microsoft.com/office/powerpoint/2010/main" val="4153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9">
          <a:extLst>
            <a:ext uri="{FF2B5EF4-FFF2-40B4-BE49-F238E27FC236}">
              <a16:creationId xmlns:a16="http://schemas.microsoft.com/office/drawing/2014/main" id="{975FAC06-C7C6-C3BE-B446-A6CDF75181D1}"/>
            </a:ext>
          </a:extLst>
        </p:cNvPr>
        <p:cNvGrpSpPr/>
        <p:nvPr/>
      </p:nvGrpSpPr>
      <p:grpSpPr>
        <a:xfrm>
          <a:off x="0" y="0"/>
          <a:ext cx="0" cy="0"/>
          <a:chOff x="0" y="0"/>
          <a:chExt cx="0" cy="0"/>
        </a:xfrm>
      </p:grpSpPr>
      <p:sp>
        <p:nvSpPr>
          <p:cNvPr id="1030" name="Google Shape;1030;p38">
            <a:extLst>
              <a:ext uri="{FF2B5EF4-FFF2-40B4-BE49-F238E27FC236}">
                <a16:creationId xmlns:a16="http://schemas.microsoft.com/office/drawing/2014/main" id="{591A9C4C-5785-6DAA-7634-B50EF0704BF2}"/>
              </a:ext>
            </a:extLst>
          </p:cNvPr>
          <p:cNvSpPr txBox="1">
            <a:spLocks noGrp="1"/>
          </p:cNvSpPr>
          <p:nvPr>
            <p:ph type="title"/>
          </p:nvPr>
        </p:nvSpPr>
        <p:spPr>
          <a:xfrm>
            <a:off x="596153" y="1079126"/>
            <a:ext cx="7951693" cy="298524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a:t>IMPACT OF ALCOHOL AND SMOKING ON HEART ATTACKS</a:t>
            </a:r>
            <a:endParaRPr sz="4800"/>
          </a:p>
        </p:txBody>
      </p:sp>
    </p:spTree>
    <p:extLst>
      <p:ext uri="{BB962C8B-B14F-4D97-AF65-F5344CB8AC3E}">
        <p14:creationId xmlns:p14="http://schemas.microsoft.com/office/powerpoint/2010/main" val="3746364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2BBB-59B6-C6AC-9D06-86DCC6ECC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A1211-60DA-1A83-4A16-0BB37014A8E2}"/>
              </a:ext>
            </a:extLst>
          </p:cNvPr>
          <p:cNvSpPr>
            <a:spLocks noGrp="1"/>
          </p:cNvSpPr>
          <p:nvPr>
            <p:ph type="title"/>
          </p:nvPr>
        </p:nvSpPr>
        <p:spPr>
          <a:xfrm>
            <a:off x="648282" y="294042"/>
            <a:ext cx="8370211" cy="925158"/>
          </a:xfrm>
        </p:spPr>
        <p:txBody>
          <a:bodyPr/>
          <a:lstStyle/>
          <a:p>
            <a:r>
              <a:rPr lang="en-US" sz="2800"/>
              <a:t>IMPACT OF SMOKING AND ALCOHOL ON HEART ATTACK RISK</a:t>
            </a:r>
          </a:p>
        </p:txBody>
      </p:sp>
      <p:sp>
        <p:nvSpPr>
          <p:cNvPr id="5" name="Google Shape;1248;p44">
            <a:extLst>
              <a:ext uri="{FF2B5EF4-FFF2-40B4-BE49-F238E27FC236}">
                <a16:creationId xmlns:a16="http://schemas.microsoft.com/office/drawing/2014/main" id="{2B30BEE5-9F0D-44DD-5204-CFDCE2115A84}"/>
              </a:ext>
            </a:extLst>
          </p:cNvPr>
          <p:cNvSpPr txBox="1"/>
          <p:nvPr/>
        </p:nvSpPr>
        <p:spPr>
          <a:xfrm flipH="1">
            <a:off x="648282" y="1281818"/>
            <a:ext cx="2059563" cy="3657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2000" b="1" i="1">
                <a:solidFill>
                  <a:schemeClr val="lt1"/>
                </a:solidFill>
                <a:latin typeface="Rhodium Libre"/>
                <a:ea typeface="Rhodium Libre"/>
                <a:cs typeface="Rhodium Libre"/>
                <a:sym typeface="Rhodium Libre"/>
              </a:rPr>
              <a:t>Key Insights</a:t>
            </a:r>
            <a:endParaRPr sz="2000" b="1" i="1">
              <a:solidFill>
                <a:schemeClr val="lt1"/>
              </a:solidFill>
              <a:latin typeface="Rhodium Libre"/>
              <a:ea typeface="Rhodium Libre"/>
              <a:cs typeface="Rhodium Libre"/>
              <a:sym typeface="Rhodium Libre"/>
            </a:endParaRPr>
          </a:p>
        </p:txBody>
      </p:sp>
      <p:sp>
        <p:nvSpPr>
          <p:cNvPr id="6" name="TextBox 5">
            <a:extLst>
              <a:ext uri="{FF2B5EF4-FFF2-40B4-BE49-F238E27FC236}">
                <a16:creationId xmlns:a16="http://schemas.microsoft.com/office/drawing/2014/main" id="{CCE48744-429C-9316-1F79-ED80608FDF21}"/>
              </a:ext>
            </a:extLst>
          </p:cNvPr>
          <p:cNvSpPr txBox="1"/>
          <p:nvPr/>
        </p:nvSpPr>
        <p:spPr>
          <a:xfrm>
            <a:off x="648282" y="1710137"/>
            <a:ext cx="2501424" cy="3139321"/>
          </a:xfrm>
          <a:prstGeom prst="rect">
            <a:avLst/>
          </a:prstGeom>
          <a:noFill/>
        </p:spPr>
        <p:txBody>
          <a:bodyPr wrap="square">
            <a:spAutoFit/>
          </a:bodyPr>
          <a:lstStyle/>
          <a:p>
            <a:pPr marL="457200" lvl="0" indent="-317500" algn="l" rtl="0">
              <a:spcBef>
                <a:spcPts val="0"/>
              </a:spcBef>
              <a:spcAft>
                <a:spcPts val="1200"/>
              </a:spcAft>
              <a:buClr>
                <a:schemeClr val="dk1"/>
              </a:buClr>
              <a:buSzPts val="1400"/>
              <a:buChar char="●"/>
            </a:pPr>
            <a:r>
              <a:rPr lang="en-US">
                <a:solidFill>
                  <a:schemeClr val="hlink"/>
                </a:solidFill>
                <a:uFill>
                  <a:noFill/>
                </a:uFill>
              </a:rPr>
              <a:t>Highest heart attack rates are among those who have smoked </a:t>
            </a:r>
          </a:p>
          <a:p>
            <a:pPr marL="457200" lvl="0" indent="-317500" algn="l" rtl="0">
              <a:spcBef>
                <a:spcPts val="0"/>
              </a:spcBef>
              <a:spcAft>
                <a:spcPts val="1200"/>
              </a:spcAft>
              <a:buClr>
                <a:schemeClr val="dk1"/>
              </a:buClr>
              <a:buSzPts val="1400"/>
              <a:buChar char="●"/>
            </a:pPr>
            <a:r>
              <a:rPr lang="en-US">
                <a:solidFill>
                  <a:schemeClr val="hlink"/>
                </a:solidFill>
                <a:uFill>
                  <a:noFill/>
                </a:uFill>
              </a:rPr>
              <a:t>Non-smokers reduce likelihood of a heart attack by almost 50%</a:t>
            </a:r>
          </a:p>
          <a:p>
            <a:pPr marL="457200" lvl="0" indent="-317500" algn="l" rtl="0">
              <a:spcBef>
                <a:spcPts val="0"/>
              </a:spcBef>
              <a:spcAft>
                <a:spcPts val="1200"/>
              </a:spcAft>
              <a:buClr>
                <a:schemeClr val="dk1"/>
              </a:buClr>
              <a:buSzPts val="1400"/>
              <a:buChar char="●"/>
            </a:pPr>
            <a:r>
              <a:rPr lang="en-US">
                <a:solidFill>
                  <a:schemeClr val="hlink"/>
                </a:solidFill>
                <a:uFill>
                  <a:noFill/>
                </a:uFill>
              </a:rPr>
              <a:t>Interesting to see how alcohol seems to reduce chances of heart attack – need for more research</a:t>
            </a:r>
          </a:p>
          <a:p>
            <a:pPr marL="457200" lvl="0" indent="-317500" algn="l" rtl="0">
              <a:spcBef>
                <a:spcPts val="0"/>
              </a:spcBef>
              <a:spcAft>
                <a:spcPts val="1200"/>
              </a:spcAft>
              <a:buClr>
                <a:schemeClr val="dk1"/>
              </a:buClr>
              <a:buSzPts val="1400"/>
              <a:buChar char="●"/>
            </a:pPr>
            <a:endParaRPr lang="en-US">
              <a:solidFill>
                <a:schemeClr val="hlink"/>
              </a:solidFill>
              <a:uFill>
                <a:noFill/>
              </a:uFill>
            </a:endParaRPr>
          </a:p>
        </p:txBody>
      </p:sp>
      <p:pic>
        <p:nvPicPr>
          <p:cNvPr id="8" name="Picture 7" descr="A graph showing a number of people in different colors&#10;&#10;Description automatically generated">
            <a:extLst>
              <a:ext uri="{FF2B5EF4-FFF2-40B4-BE49-F238E27FC236}">
                <a16:creationId xmlns:a16="http://schemas.microsoft.com/office/drawing/2014/main" id="{9332DD5B-189C-E1B3-B2CF-96A554563A46}"/>
              </a:ext>
            </a:extLst>
          </p:cNvPr>
          <p:cNvPicPr>
            <a:picLocks noChangeAspect="1"/>
          </p:cNvPicPr>
          <p:nvPr/>
        </p:nvPicPr>
        <p:blipFill>
          <a:blip r:embed="rId3"/>
          <a:stretch>
            <a:fillRect/>
          </a:stretch>
        </p:blipFill>
        <p:spPr>
          <a:xfrm>
            <a:off x="3245224" y="1380564"/>
            <a:ext cx="5449672" cy="3337739"/>
          </a:xfrm>
          <a:prstGeom prst="rect">
            <a:avLst/>
          </a:prstGeom>
        </p:spPr>
      </p:pic>
    </p:spTree>
    <p:extLst>
      <p:ext uri="{BB962C8B-B14F-4D97-AF65-F5344CB8AC3E}">
        <p14:creationId xmlns:p14="http://schemas.microsoft.com/office/powerpoint/2010/main" val="2839614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9">
          <a:extLst>
            <a:ext uri="{FF2B5EF4-FFF2-40B4-BE49-F238E27FC236}">
              <a16:creationId xmlns:a16="http://schemas.microsoft.com/office/drawing/2014/main" id="{897B372E-CA1C-3791-1D9B-AD58F41258FA}"/>
            </a:ext>
          </a:extLst>
        </p:cNvPr>
        <p:cNvGrpSpPr/>
        <p:nvPr/>
      </p:nvGrpSpPr>
      <p:grpSpPr>
        <a:xfrm>
          <a:off x="0" y="0"/>
          <a:ext cx="0" cy="0"/>
          <a:chOff x="0" y="0"/>
          <a:chExt cx="0" cy="0"/>
        </a:xfrm>
      </p:grpSpPr>
      <p:sp>
        <p:nvSpPr>
          <p:cNvPr id="1030" name="Google Shape;1030;p38">
            <a:extLst>
              <a:ext uri="{FF2B5EF4-FFF2-40B4-BE49-F238E27FC236}">
                <a16:creationId xmlns:a16="http://schemas.microsoft.com/office/drawing/2014/main" id="{5FD929D5-FACF-B7F1-E7C9-CF9A01748D7F}"/>
              </a:ext>
            </a:extLst>
          </p:cNvPr>
          <p:cNvSpPr txBox="1">
            <a:spLocks noGrp="1"/>
          </p:cNvSpPr>
          <p:nvPr>
            <p:ph type="title"/>
          </p:nvPr>
        </p:nvSpPr>
        <p:spPr>
          <a:xfrm>
            <a:off x="596153" y="1079126"/>
            <a:ext cx="7951693" cy="298524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a:t>CLINICAL CONDITIONS CONTRIBUTING TO HEART ATTACKS</a:t>
            </a:r>
            <a:endParaRPr sz="4800"/>
          </a:p>
        </p:txBody>
      </p:sp>
    </p:spTree>
    <p:extLst>
      <p:ext uri="{BB962C8B-B14F-4D97-AF65-F5344CB8AC3E}">
        <p14:creationId xmlns:p14="http://schemas.microsoft.com/office/powerpoint/2010/main" val="408828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C8240-AB4D-ED91-9DC6-C99A48B57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CCD9A-745C-C54B-B51C-5D6DAC051D20}"/>
              </a:ext>
            </a:extLst>
          </p:cNvPr>
          <p:cNvSpPr>
            <a:spLocks noGrp="1"/>
          </p:cNvSpPr>
          <p:nvPr>
            <p:ph type="title"/>
          </p:nvPr>
        </p:nvSpPr>
        <p:spPr>
          <a:xfrm>
            <a:off x="818918" y="227757"/>
            <a:ext cx="7598942" cy="880334"/>
          </a:xfrm>
        </p:spPr>
        <p:txBody>
          <a:bodyPr/>
          <a:lstStyle/>
          <a:p>
            <a:r>
              <a:rPr lang="en-US" sz="2400"/>
              <a:t>INFLUENCE OF KIDNEY DISEASE AND DIABETES ON HEART ATTACK RISK</a:t>
            </a:r>
          </a:p>
        </p:txBody>
      </p:sp>
      <p:pic>
        <p:nvPicPr>
          <p:cNvPr id="13" name="Picture 12" descr="A graph showing the amount of diabetes and kidney disease&#10;&#10;Description automatically generated">
            <a:extLst>
              <a:ext uri="{FF2B5EF4-FFF2-40B4-BE49-F238E27FC236}">
                <a16:creationId xmlns:a16="http://schemas.microsoft.com/office/drawing/2014/main" id="{ED67D483-374E-06D3-49DC-BC6E91F4D551}"/>
              </a:ext>
            </a:extLst>
          </p:cNvPr>
          <p:cNvPicPr>
            <a:picLocks noChangeAspect="1"/>
          </p:cNvPicPr>
          <p:nvPr/>
        </p:nvPicPr>
        <p:blipFill>
          <a:blip r:embed="rId3"/>
          <a:stretch>
            <a:fillRect/>
          </a:stretch>
        </p:blipFill>
        <p:spPr>
          <a:xfrm>
            <a:off x="73700" y="1108091"/>
            <a:ext cx="4544689" cy="3016445"/>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17496AC5-81BE-F0EF-85BD-B04D7FC88A6E}"/>
              </a:ext>
            </a:extLst>
          </p:cNvPr>
          <p:cNvPicPr>
            <a:picLocks noChangeAspect="1"/>
          </p:cNvPicPr>
          <p:nvPr/>
        </p:nvPicPr>
        <p:blipFill>
          <a:blip r:embed="rId4"/>
          <a:stretch>
            <a:fillRect/>
          </a:stretch>
        </p:blipFill>
        <p:spPr>
          <a:xfrm>
            <a:off x="4740684" y="2370147"/>
            <a:ext cx="4101564" cy="2673612"/>
          </a:xfrm>
          <a:prstGeom prst="rect">
            <a:avLst/>
          </a:prstGeom>
        </p:spPr>
      </p:pic>
      <p:sp>
        <p:nvSpPr>
          <p:cNvPr id="16" name="Google Shape;1248;p44">
            <a:extLst>
              <a:ext uri="{FF2B5EF4-FFF2-40B4-BE49-F238E27FC236}">
                <a16:creationId xmlns:a16="http://schemas.microsoft.com/office/drawing/2014/main" id="{2329D285-8CCA-5D86-BE7A-19AFC03A1B58}"/>
              </a:ext>
            </a:extLst>
          </p:cNvPr>
          <p:cNvSpPr txBox="1"/>
          <p:nvPr/>
        </p:nvSpPr>
        <p:spPr>
          <a:xfrm flipH="1">
            <a:off x="4740684" y="1109758"/>
            <a:ext cx="2029700" cy="285563"/>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1800" b="1" i="1">
                <a:solidFill>
                  <a:schemeClr val="lt1"/>
                </a:solidFill>
                <a:latin typeface="Rhodium Libre"/>
                <a:ea typeface="Rhodium Libre"/>
                <a:cs typeface="Rhodium Libre"/>
                <a:sym typeface="Rhodium Libre"/>
              </a:rPr>
              <a:t>Key Insights</a:t>
            </a:r>
          </a:p>
        </p:txBody>
      </p:sp>
      <p:sp>
        <p:nvSpPr>
          <p:cNvPr id="20" name="TextBox 19">
            <a:extLst>
              <a:ext uri="{FF2B5EF4-FFF2-40B4-BE49-F238E27FC236}">
                <a16:creationId xmlns:a16="http://schemas.microsoft.com/office/drawing/2014/main" id="{23044585-7910-DDE4-CCC1-2694D59CA909}"/>
              </a:ext>
            </a:extLst>
          </p:cNvPr>
          <p:cNvSpPr txBox="1"/>
          <p:nvPr/>
        </p:nvSpPr>
        <p:spPr>
          <a:xfrm>
            <a:off x="4740684" y="1439767"/>
            <a:ext cx="4329616" cy="984885"/>
          </a:xfrm>
          <a:prstGeom prst="rect">
            <a:avLst/>
          </a:prstGeom>
          <a:noFill/>
        </p:spPr>
        <p:txBody>
          <a:bodyPr wrap="square">
            <a:spAutoFit/>
          </a:bodyPr>
          <a:lstStyle/>
          <a:p>
            <a:pPr marL="457200" lvl="0" indent="-317500" algn="l" rtl="0">
              <a:spcBef>
                <a:spcPts val="0"/>
              </a:spcBef>
              <a:spcAft>
                <a:spcPts val="1200"/>
              </a:spcAft>
              <a:buClr>
                <a:schemeClr val="dk1"/>
              </a:buClr>
              <a:buSzPts val="1400"/>
              <a:buChar char="●"/>
            </a:pPr>
            <a:r>
              <a:rPr lang="en-US" sz="1200">
                <a:solidFill>
                  <a:schemeClr val="hlink"/>
                </a:solidFill>
                <a:uFill>
                  <a:noFill/>
                </a:uFill>
              </a:rPr>
              <a:t>Highest odds ratios for diabetes and kidney disease  </a:t>
            </a:r>
          </a:p>
          <a:p>
            <a:pPr marL="457200" lvl="0" indent="-317500" algn="l" rtl="0">
              <a:spcBef>
                <a:spcPts val="0"/>
              </a:spcBef>
              <a:spcAft>
                <a:spcPts val="1200"/>
              </a:spcAft>
              <a:buClr>
                <a:schemeClr val="dk1"/>
              </a:buClr>
              <a:buSzPts val="1400"/>
              <a:buChar char="●"/>
            </a:pPr>
            <a:r>
              <a:rPr lang="en-US" sz="1200">
                <a:solidFill>
                  <a:schemeClr val="hlink"/>
                </a:solidFill>
                <a:uFill>
                  <a:noFill/>
                </a:uFill>
              </a:rPr>
              <a:t>Pre-diabetes has moderate and gestational diabetes has no statistically significant association with heart attack risk</a:t>
            </a:r>
          </a:p>
        </p:txBody>
      </p:sp>
    </p:spTree>
    <p:extLst>
      <p:ext uri="{BB962C8B-B14F-4D97-AF65-F5344CB8AC3E}">
        <p14:creationId xmlns:p14="http://schemas.microsoft.com/office/powerpoint/2010/main" val="3791043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5">
          <a:extLst>
            <a:ext uri="{FF2B5EF4-FFF2-40B4-BE49-F238E27FC236}">
              <a16:creationId xmlns:a16="http://schemas.microsoft.com/office/drawing/2014/main" id="{55D5F186-E891-10B5-1683-4FC0B561106E}"/>
            </a:ext>
          </a:extLst>
        </p:cNvPr>
        <p:cNvGrpSpPr/>
        <p:nvPr/>
      </p:nvGrpSpPr>
      <p:grpSpPr>
        <a:xfrm>
          <a:off x="0" y="0"/>
          <a:ext cx="0" cy="0"/>
          <a:chOff x="0" y="0"/>
          <a:chExt cx="0" cy="0"/>
        </a:xfrm>
      </p:grpSpPr>
      <p:sp>
        <p:nvSpPr>
          <p:cNvPr id="1936" name="Google Shape;1936;p64">
            <a:extLst>
              <a:ext uri="{FF2B5EF4-FFF2-40B4-BE49-F238E27FC236}">
                <a16:creationId xmlns:a16="http://schemas.microsoft.com/office/drawing/2014/main" id="{CD03DCCE-4345-CEC7-4ACC-EAD7E6A3AB73}"/>
              </a:ext>
            </a:extLst>
          </p:cNvPr>
          <p:cNvSpPr txBox="1">
            <a:spLocks noGrp="1"/>
          </p:cNvSpPr>
          <p:nvPr>
            <p:ph type="title"/>
          </p:nvPr>
        </p:nvSpPr>
        <p:spPr>
          <a:xfrm>
            <a:off x="719999" y="365760"/>
            <a:ext cx="8101271"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CONCLUSIONS</a:t>
            </a:r>
            <a:endParaRPr/>
          </a:p>
        </p:txBody>
      </p:sp>
      <p:sp>
        <p:nvSpPr>
          <p:cNvPr id="1937" name="Google Shape;1937;p64">
            <a:extLst>
              <a:ext uri="{FF2B5EF4-FFF2-40B4-BE49-F238E27FC236}">
                <a16:creationId xmlns:a16="http://schemas.microsoft.com/office/drawing/2014/main" id="{78216F73-929A-07C7-BC48-FC46A6B6509F}"/>
              </a:ext>
            </a:extLst>
          </p:cNvPr>
          <p:cNvSpPr txBox="1">
            <a:spLocks noGrp="1"/>
          </p:cNvSpPr>
          <p:nvPr>
            <p:ph type="subTitle" idx="4294967295"/>
          </p:nvPr>
        </p:nvSpPr>
        <p:spPr>
          <a:xfrm>
            <a:off x="720150" y="1024499"/>
            <a:ext cx="7704000" cy="3565429"/>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Char char="●"/>
            </a:pPr>
            <a:r>
              <a:rPr lang="en-US">
                <a:solidFill>
                  <a:schemeClr val="hlink"/>
                </a:solidFill>
                <a:uFill>
                  <a:noFill/>
                </a:uFill>
              </a:rPr>
              <a:t>Men typically face higher risks of heart attack compared to women, across locations and all ages</a:t>
            </a:r>
          </a:p>
          <a:p>
            <a:pPr marL="457200" lvl="0" indent="-317500" algn="l" rtl="0">
              <a:spcBef>
                <a:spcPts val="0"/>
              </a:spcBef>
              <a:spcAft>
                <a:spcPts val="0"/>
              </a:spcAft>
              <a:buClr>
                <a:schemeClr val="dk1"/>
              </a:buClr>
              <a:buSzPts val="1400"/>
              <a:buChar char="●"/>
            </a:pPr>
            <a:endParaRPr lang="en-US">
              <a:solidFill>
                <a:schemeClr val="hlink"/>
              </a:solidFill>
              <a:uFill>
                <a:noFill/>
              </a:uFill>
            </a:endParaRPr>
          </a:p>
          <a:p>
            <a:pPr marL="457200" lvl="0" indent="-317500" algn="l" rtl="0">
              <a:spcBef>
                <a:spcPts val="0"/>
              </a:spcBef>
              <a:spcAft>
                <a:spcPts val="0"/>
              </a:spcAft>
              <a:buClr>
                <a:schemeClr val="dk1"/>
              </a:buClr>
              <a:buSzPts val="1400"/>
              <a:buChar char="●"/>
            </a:pPr>
            <a:r>
              <a:rPr lang="en-US">
                <a:solidFill>
                  <a:schemeClr val="hlink"/>
                </a:solidFill>
                <a:uFill>
                  <a:noFill/>
                </a:uFill>
              </a:rPr>
              <a:t>Lifestyle choices, such as alcohol and smoking, can increase patients’ chances of heart attack</a:t>
            </a:r>
          </a:p>
          <a:p>
            <a:pPr marL="457200" lvl="0" indent="-317500" algn="l" rtl="0">
              <a:spcBef>
                <a:spcPts val="0"/>
              </a:spcBef>
              <a:spcAft>
                <a:spcPts val="0"/>
              </a:spcAft>
              <a:buClr>
                <a:schemeClr val="dk1"/>
              </a:buClr>
              <a:buSzPts val="1400"/>
              <a:buChar char="●"/>
            </a:pPr>
            <a:endParaRPr lang="en-US">
              <a:solidFill>
                <a:schemeClr val="hlink"/>
              </a:solidFill>
              <a:uFill>
                <a:noFill/>
              </a:uFill>
            </a:endParaRPr>
          </a:p>
          <a:p>
            <a:pPr marL="457200" lvl="0" indent="-317500" algn="l" rtl="0">
              <a:spcBef>
                <a:spcPts val="0"/>
              </a:spcBef>
              <a:spcAft>
                <a:spcPts val="0"/>
              </a:spcAft>
              <a:buClr>
                <a:schemeClr val="dk1"/>
              </a:buClr>
              <a:buSzPts val="1400"/>
              <a:buChar char="●"/>
            </a:pPr>
            <a:r>
              <a:rPr lang="en-US">
                <a:solidFill>
                  <a:schemeClr val="hlink"/>
                </a:solidFill>
                <a:uFill>
                  <a:noFill/>
                </a:uFill>
              </a:rPr>
              <a:t>Understanding patients’ history with diabetes and kidney disease can help predict their likelihood of having heart attack</a:t>
            </a:r>
          </a:p>
          <a:p>
            <a:pPr marL="457200" lvl="0" indent="-317500" algn="l" rtl="0">
              <a:spcBef>
                <a:spcPts val="0"/>
              </a:spcBef>
              <a:spcAft>
                <a:spcPts val="0"/>
              </a:spcAft>
              <a:buClr>
                <a:schemeClr val="dk1"/>
              </a:buClr>
              <a:buSzPts val="1400"/>
              <a:buChar char="●"/>
            </a:pPr>
            <a:endParaRPr lang="en-US">
              <a:solidFill>
                <a:schemeClr val="hlink"/>
              </a:solidFill>
              <a:uFill>
                <a:noFill/>
              </a:uFill>
            </a:endParaRPr>
          </a:p>
          <a:p>
            <a:pPr marL="457200" lvl="0" indent="-317500" algn="l" rtl="0">
              <a:spcBef>
                <a:spcPts val="0"/>
              </a:spcBef>
              <a:spcAft>
                <a:spcPts val="0"/>
              </a:spcAft>
              <a:buClr>
                <a:schemeClr val="dk1"/>
              </a:buClr>
              <a:buSzPts val="1400"/>
              <a:buChar char="●"/>
            </a:pPr>
            <a:r>
              <a:rPr lang="en-US">
                <a:solidFill>
                  <a:schemeClr val="hlink"/>
                </a:solidFill>
                <a:uFill>
                  <a:noFill/>
                </a:uFill>
              </a:rPr>
              <a:t>Analyzing these relationships can aid in establishing measures to prevent heart attack and improve patient outcomes</a:t>
            </a:r>
            <a:endParaRPr/>
          </a:p>
          <a:p>
            <a:pPr marL="139700" lvl="0" indent="0" algn="l" rtl="0">
              <a:spcBef>
                <a:spcPts val="0"/>
              </a:spcBef>
              <a:spcAft>
                <a:spcPts val="0"/>
              </a:spcAft>
              <a:buClr>
                <a:schemeClr val="dk1"/>
              </a:buClr>
              <a:buSzPts val="1400"/>
              <a:buNone/>
            </a:pPr>
            <a:endParaRPr lang="en">
              <a:solidFill>
                <a:schemeClr val="hlink"/>
              </a:solidFill>
              <a:uFill>
                <a:noFill/>
              </a:uFill>
            </a:endParaRPr>
          </a:p>
        </p:txBody>
      </p:sp>
    </p:spTree>
    <p:extLst>
      <p:ext uri="{BB962C8B-B14F-4D97-AF65-F5344CB8AC3E}">
        <p14:creationId xmlns:p14="http://schemas.microsoft.com/office/powerpoint/2010/main" val="317129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8AF5-2C75-4D8E-C945-0FC73FA495AC}"/>
              </a:ext>
            </a:extLst>
          </p:cNvPr>
          <p:cNvSpPr>
            <a:spLocks noGrp="1"/>
          </p:cNvSpPr>
          <p:nvPr>
            <p:ph type="title"/>
          </p:nvPr>
        </p:nvSpPr>
        <p:spPr>
          <a:xfrm>
            <a:off x="1133217" y="1748850"/>
            <a:ext cx="6877566" cy="822900"/>
          </a:xfrm>
        </p:spPr>
        <p:txBody>
          <a:bodyPr/>
          <a:lstStyle/>
          <a:p>
            <a:r>
              <a:rPr lang="en-US" sz="8800"/>
              <a:t>Thank you!</a:t>
            </a:r>
          </a:p>
        </p:txBody>
      </p:sp>
      <p:sp>
        <p:nvSpPr>
          <p:cNvPr id="3" name="Subtitle 2">
            <a:extLst>
              <a:ext uri="{FF2B5EF4-FFF2-40B4-BE49-F238E27FC236}">
                <a16:creationId xmlns:a16="http://schemas.microsoft.com/office/drawing/2014/main" id="{D11050CE-2039-30BA-B613-C9ABCD4F7898}"/>
              </a:ext>
            </a:extLst>
          </p:cNvPr>
          <p:cNvSpPr>
            <a:spLocks noGrp="1"/>
          </p:cNvSpPr>
          <p:nvPr>
            <p:ph type="subTitle" idx="1"/>
          </p:nvPr>
        </p:nvSpPr>
        <p:spPr/>
        <p:txBody>
          <a:bodyPr/>
          <a:lstStyle/>
          <a:p>
            <a:r>
              <a:rPr lang="en-US" sz="4000"/>
              <a:t>Questions?</a:t>
            </a:r>
          </a:p>
        </p:txBody>
      </p:sp>
    </p:spTree>
    <p:extLst>
      <p:ext uri="{BB962C8B-B14F-4D97-AF65-F5344CB8AC3E}">
        <p14:creationId xmlns:p14="http://schemas.microsoft.com/office/powerpoint/2010/main" val="2726908590"/>
      </p:ext>
    </p:extLst>
  </p:cSld>
  <p:clrMapOvr>
    <a:masterClrMapping/>
  </p:clrMapOvr>
</p:sld>
</file>

<file path=ppt/theme/theme1.xml><?xml version="1.0" encoding="utf-8"?>
<a:theme xmlns:a="http://schemas.openxmlformats.org/drawingml/2006/main" name="Pulse Pressure and Cardiovascular Disease by Slidesgo">
  <a:themeElements>
    <a:clrScheme name="Simple Light">
      <a:dk1>
        <a:srgbClr val="AA1130"/>
      </a:dk1>
      <a:lt1>
        <a:srgbClr val="000000"/>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14</Slides>
  <Notes>13</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Pulse Pressure and Cardiovascular Disease by Slidesgo</vt:lpstr>
      <vt:lpstr>Predicting Patient Heart Attacks</vt:lpstr>
      <vt:lpstr>1</vt:lpstr>
      <vt:lpstr>DATASET OVERVIEW</vt:lpstr>
      <vt:lpstr>QUESTION 1</vt:lpstr>
      <vt:lpstr>DEMOGRAPHIC AND GEOSPATIAL FACTORS INFLUENCING HEART ATTACKS</vt:lpstr>
      <vt:lpstr>HEART ATTACKS ACROSS THE US</vt:lpstr>
      <vt:lpstr>HEART ATTACK TRENDS ACROSS AGE GROUPS AND GENDER</vt:lpstr>
      <vt:lpstr>HEART ATTACKS ACCOUNTING FOR GENDER AND LOCATION</vt:lpstr>
      <vt:lpstr>IMPACT OF ALCOHOL AND SMOKING ON HEART ATTACKS</vt:lpstr>
      <vt:lpstr>IMPACT OF SMOKING AND ALCOHOL ON HEART ATTACK RISK</vt:lpstr>
      <vt:lpstr>CLINICAL CONDITIONS CONTRIBUTING TO HEART ATTACKS</vt:lpstr>
      <vt:lpstr>INFLUENCE OF KIDNEY DISEASE AND DIABETES ON HEART ATTACK RISK</vt:lpstr>
      <vt:lpstr>CONCLUSIONS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2024-12-09T05:25:22Z</dcterms:modified>
</cp:coreProperties>
</file>