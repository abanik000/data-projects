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7" r:id="rId1"/>
  </p:sldMasterIdLst>
  <p:notesMasterIdLst>
    <p:notesMasterId r:id="rId18"/>
  </p:notesMasterIdLst>
  <p:sldIdLst>
    <p:sldId id="256" r:id="rId2"/>
    <p:sldId id="257" r:id="rId3"/>
    <p:sldId id="258" r:id="rId4"/>
    <p:sldId id="276" r:id="rId5"/>
    <p:sldId id="277" r:id="rId6"/>
    <p:sldId id="275" r:id="rId7"/>
    <p:sldId id="260" r:id="rId8"/>
    <p:sldId id="281" r:id="rId9"/>
    <p:sldId id="282" r:id="rId10"/>
    <p:sldId id="278" r:id="rId11"/>
    <p:sldId id="261" r:id="rId12"/>
    <p:sldId id="262" r:id="rId13"/>
    <p:sldId id="265" r:id="rId14"/>
    <p:sldId id="280" r:id="rId15"/>
    <p:sldId id="272" r:id="rId16"/>
    <p:sldId id="283" r:id="rId17"/>
  </p:sldIdLst>
  <p:sldSz cx="18288000" cy="10287000"/>
  <p:notesSz cx="6858000" cy="9144000"/>
  <p:embeddedFontLst>
    <p:embeddedFont>
      <p:font typeface="Noto Sans" panose="020B0502040504020204" pitchFamily="34" charset="0"/>
      <p:regular r:id="rId19"/>
      <p:bold r:id="rId20"/>
      <p:italic r:id="rId21"/>
      <p:boldItalic r:id="rId22"/>
    </p:embeddedFont>
    <p:embeddedFont>
      <p:font typeface="Segoe UI" panose="020B0502040204020203"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82D038-3AA1-BE44-A6FA-05EA12B0F97E}" v="556" dt="2025-04-18T18:29:58.316"/>
    <p1510:client id="{55D7E4D4-59CE-488E-0361-0C8A380FC2F5}" v="1370" dt="2025-04-17T23:45:24.250"/>
    <p1510:client id="{5DBC3FBF-BD74-187B-4DAC-1F282123E97A}" v="189" dt="2025-04-17T23:14:23.887"/>
    <p1510:client id="{77A6C4E6-EEC9-D1B9-A7B2-6C2E2B1E3761}" v="1211" dt="2025-04-18T02:19:14.3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iar, Janhavi" userId="S::jmaniar@falcon.bentley.edu::3397527a-ab08-4239-a7bb-090d549d2b70" providerId="AD" clId="Web-{77A6C4E6-EEC9-D1B9-A7B2-6C2E2B1E3761}"/>
    <pc:docChg chg="modSld">
      <pc:chgData name="Maniar, Janhavi" userId="S::jmaniar@falcon.bentley.edu::3397527a-ab08-4239-a7bb-090d549d2b70" providerId="AD" clId="Web-{77A6C4E6-EEC9-D1B9-A7B2-6C2E2B1E3761}" dt="2025-04-18T02:19:12.696" v="869" actId="20577"/>
      <pc:docMkLst>
        <pc:docMk/>
      </pc:docMkLst>
      <pc:sldChg chg="modSp">
        <pc:chgData name="Maniar, Janhavi" userId="S::jmaniar@falcon.bentley.edu::3397527a-ab08-4239-a7bb-090d549d2b70" providerId="AD" clId="Web-{77A6C4E6-EEC9-D1B9-A7B2-6C2E2B1E3761}" dt="2025-04-18T02:16:15.019" v="838" actId="20577"/>
        <pc:sldMkLst>
          <pc:docMk/>
          <pc:sldMk cId="0" sldId="257"/>
        </pc:sldMkLst>
        <pc:spChg chg="mod">
          <ac:chgData name="Maniar, Janhavi" userId="S::jmaniar@falcon.bentley.edu::3397527a-ab08-4239-a7bb-090d549d2b70" providerId="AD" clId="Web-{77A6C4E6-EEC9-D1B9-A7B2-6C2E2B1E3761}" dt="2025-04-18T02:16:15.019" v="838" actId="20577"/>
          <ac:spMkLst>
            <pc:docMk/>
            <pc:sldMk cId="0" sldId="257"/>
            <ac:spMk id="2" creationId="{AEB821C7-2D3C-B27D-D1F5-BAF26ECC1E73}"/>
          </ac:spMkLst>
        </pc:spChg>
      </pc:sldChg>
      <pc:sldChg chg="modSp">
        <pc:chgData name="Maniar, Janhavi" userId="S::jmaniar@falcon.bentley.edu::3397527a-ab08-4239-a7bb-090d549d2b70" providerId="AD" clId="Web-{77A6C4E6-EEC9-D1B9-A7B2-6C2E2B1E3761}" dt="2025-04-18T02:19:12.696" v="869" actId="20577"/>
        <pc:sldMkLst>
          <pc:docMk/>
          <pc:sldMk cId="0" sldId="258"/>
        </pc:sldMkLst>
        <pc:spChg chg="mod">
          <ac:chgData name="Maniar, Janhavi" userId="S::jmaniar@falcon.bentley.edu::3397527a-ab08-4239-a7bb-090d549d2b70" providerId="AD" clId="Web-{77A6C4E6-EEC9-D1B9-A7B2-6C2E2B1E3761}" dt="2025-04-18T02:19:12.696" v="869" actId="20577"/>
          <ac:spMkLst>
            <pc:docMk/>
            <pc:sldMk cId="0" sldId="258"/>
            <ac:spMk id="7" creationId="{A6474E1D-F9E3-B224-246D-2B672D2F5BD1}"/>
          </ac:spMkLst>
        </pc:spChg>
      </pc:sldChg>
      <pc:sldChg chg="addSp modSp">
        <pc:chgData name="Maniar, Janhavi" userId="S::jmaniar@falcon.bentley.edu::3397527a-ab08-4239-a7bb-090d549d2b70" providerId="AD" clId="Web-{77A6C4E6-EEC9-D1B9-A7B2-6C2E2B1E3761}" dt="2025-04-18T01:52:48.384" v="432" actId="14100"/>
        <pc:sldMkLst>
          <pc:docMk/>
          <pc:sldMk cId="0" sldId="260"/>
        </pc:sldMkLst>
        <pc:spChg chg="mod">
          <ac:chgData name="Maniar, Janhavi" userId="S::jmaniar@falcon.bentley.edu::3397527a-ab08-4239-a7bb-090d549d2b70" providerId="AD" clId="Web-{77A6C4E6-EEC9-D1B9-A7B2-6C2E2B1E3761}" dt="2025-04-18T01:52:40.165" v="431"/>
          <ac:spMkLst>
            <pc:docMk/>
            <pc:sldMk cId="0" sldId="260"/>
            <ac:spMk id="220" creationId="{00000000-0000-0000-0000-000000000000}"/>
          </ac:spMkLst>
        </pc:spChg>
        <pc:grpChg chg="add mod ord">
          <ac:chgData name="Maniar, Janhavi" userId="S::jmaniar@falcon.bentley.edu::3397527a-ab08-4239-a7bb-090d549d2b70" providerId="AD" clId="Web-{77A6C4E6-EEC9-D1B9-A7B2-6C2E2B1E3761}" dt="2025-04-18T01:52:48.384" v="432" actId="14100"/>
          <ac:grpSpMkLst>
            <pc:docMk/>
            <pc:sldMk cId="0" sldId="260"/>
            <ac:grpSpMk id="5" creationId="{E2FFFA1E-6CAF-0AEA-BD07-1995744EB490}"/>
          </ac:grpSpMkLst>
        </pc:grpChg>
      </pc:sldChg>
      <pc:sldChg chg="addSp delSp modSp">
        <pc:chgData name="Maniar, Janhavi" userId="S::jmaniar@falcon.bentley.edu::3397527a-ab08-4239-a7bb-090d549d2b70" providerId="AD" clId="Web-{77A6C4E6-EEC9-D1B9-A7B2-6C2E2B1E3761}" dt="2025-04-18T02:08:29.036" v="615"/>
        <pc:sldMkLst>
          <pc:docMk/>
          <pc:sldMk cId="0" sldId="261"/>
        </pc:sldMkLst>
        <pc:spChg chg="mod">
          <ac:chgData name="Maniar, Janhavi" userId="S::jmaniar@falcon.bentley.edu::3397527a-ab08-4239-a7bb-090d549d2b70" providerId="AD" clId="Web-{77A6C4E6-EEC9-D1B9-A7B2-6C2E2B1E3761}" dt="2025-04-18T02:06:29.924" v="589" actId="1076"/>
          <ac:spMkLst>
            <pc:docMk/>
            <pc:sldMk cId="0" sldId="261"/>
            <ac:spMk id="2" creationId="{FF0ACBD8-3DDF-6E39-F599-9CA15A10FE23}"/>
          </ac:spMkLst>
        </pc:spChg>
        <pc:spChg chg="add mod">
          <ac:chgData name="Maniar, Janhavi" userId="S::jmaniar@falcon.bentley.edu::3397527a-ab08-4239-a7bb-090d549d2b70" providerId="AD" clId="Web-{77A6C4E6-EEC9-D1B9-A7B2-6C2E2B1E3761}" dt="2025-04-18T02:07:33.285" v="606" actId="20577"/>
          <ac:spMkLst>
            <pc:docMk/>
            <pc:sldMk cId="0" sldId="261"/>
            <ac:spMk id="7" creationId="{62736A36-FE7C-7423-3768-1710BDDD1A12}"/>
          </ac:spMkLst>
        </pc:spChg>
        <pc:spChg chg="mod">
          <ac:chgData name="Maniar, Janhavi" userId="S::jmaniar@falcon.bentley.edu::3397527a-ab08-4239-a7bb-090d549d2b70" providerId="AD" clId="Web-{77A6C4E6-EEC9-D1B9-A7B2-6C2E2B1E3761}" dt="2025-04-18T02:06:43.174" v="593" actId="14100"/>
          <ac:spMkLst>
            <pc:docMk/>
            <pc:sldMk cId="0" sldId="261"/>
            <ac:spMk id="9" creationId="{36573887-6ACA-CD9C-C74D-E900BC28C5BE}"/>
          </ac:spMkLst>
        </pc:spChg>
        <pc:spChg chg="ord">
          <ac:chgData name="Maniar, Janhavi" userId="S::jmaniar@falcon.bentley.edu::3397527a-ab08-4239-a7bb-090d549d2b70" providerId="AD" clId="Web-{77A6C4E6-EEC9-D1B9-A7B2-6C2E2B1E3761}" dt="2025-04-18T02:08:08.161" v="608"/>
          <ac:spMkLst>
            <pc:docMk/>
            <pc:sldMk cId="0" sldId="261"/>
            <ac:spMk id="250" creationId="{00000000-0000-0000-0000-000000000000}"/>
          </ac:spMkLst>
        </pc:spChg>
        <pc:grpChg chg="add mod ord">
          <ac:chgData name="Maniar, Janhavi" userId="S::jmaniar@falcon.bentley.edu::3397527a-ab08-4239-a7bb-090d549d2b70" providerId="AD" clId="Web-{77A6C4E6-EEC9-D1B9-A7B2-6C2E2B1E3761}" dt="2025-04-18T02:08:29.036" v="615"/>
          <ac:grpSpMkLst>
            <pc:docMk/>
            <pc:sldMk cId="0" sldId="261"/>
            <ac:grpSpMk id="6" creationId="{A3A7E34A-7E44-1FA0-252D-31B36C9DF38A}"/>
          </ac:grpSpMkLst>
        </pc:grpChg>
        <pc:grpChg chg="add del mod">
          <ac:chgData name="Maniar, Janhavi" userId="S::jmaniar@falcon.bentley.edu::3397527a-ab08-4239-a7bb-090d549d2b70" providerId="AD" clId="Web-{77A6C4E6-EEC9-D1B9-A7B2-6C2E2B1E3761}" dt="2025-04-18T02:06:49.205" v="596"/>
          <ac:grpSpMkLst>
            <pc:docMk/>
            <pc:sldMk cId="0" sldId="261"/>
            <ac:grpSpMk id="8" creationId="{5B8618B8-6491-E703-D5BD-DC3D06819FD5}"/>
          </ac:grpSpMkLst>
        </pc:grpChg>
        <pc:grpChg chg="add mod ord">
          <ac:chgData name="Maniar, Janhavi" userId="S::jmaniar@falcon.bentley.edu::3397527a-ab08-4239-a7bb-090d549d2b70" providerId="AD" clId="Web-{77A6C4E6-EEC9-D1B9-A7B2-6C2E2B1E3761}" dt="2025-04-18T02:08:15.098" v="611"/>
          <ac:grpSpMkLst>
            <pc:docMk/>
            <pc:sldMk cId="0" sldId="261"/>
            <ac:grpSpMk id="11" creationId="{CF831EDA-6125-F284-A2B2-DCCF0C0F2BA8}"/>
          </ac:grpSpMkLst>
        </pc:grpChg>
        <pc:grpChg chg="ord">
          <ac:chgData name="Maniar, Janhavi" userId="S::jmaniar@falcon.bentley.edu::3397527a-ab08-4239-a7bb-090d549d2b70" providerId="AD" clId="Web-{77A6C4E6-EEC9-D1B9-A7B2-6C2E2B1E3761}" dt="2025-04-18T02:08:10.645" v="609"/>
          <ac:grpSpMkLst>
            <pc:docMk/>
            <pc:sldMk cId="0" sldId="261"/>
            <ac:grpSpMk id="255" creationId="{00000000-0000-0000-0000-000000000000}"/>
          </ac:grpSpMkLst>
        </pc:grpChg>
      </pc:sldChg>
      <pc:sldChg chg="addSp modSp">
        <pc:chgData name="Maniar, Janhavi" userId="S::jmaniar@falcon.bentley.edu::3397527a-ab08-4239-a7bb-090d549d2b70" providerId="AD" clId="Web-{77A6C4E6-EEC9-D1B9-A7B2-6C2E2B1E3761}" dt="2025-04-18T01:56:56.969" v="488"/>
        <pc:sldMkLst>
          <pc:docMk/>
          <pc:sldMk cId="0" sldId="262"/>
        </pc:sldMkLst>
        <pc:spChg chg="mod">
          <ac:chgData name="Maniar, Janhavi" userId="S::jmaniar@falcon.bentley.edu::3397527a-ab08-4239-a7bb-090d549d2b70" providerId="AD" clId="Web-{77A6C4E6-EEC9-D1B9-A7B2-6C2E2B1E3761}" dt="2025-04-18T01:56:56.969" v="488"/>
          <ac:spMkLst>
            <pc:docMk/>
            <pc:sldMk cId="0" sldId="262"/>
            <ac:spMk id="3" creationId="{8FE34D1B-1948-7F84-FA91-B635BFAFD400}"/>
          </ac:spMkLst>
        </pc:spChg>
        <pc:grpChg chg="add mod ord">
          <ac:chgData name="Maniar, Janhavi" userId="S::jmaniar@falcon.bentley.edu::3397527a-ab08-4239-a7bb-090d549d2b70" providerId="AD" clId="Web-{77A6C4E6-EEC9-D1B9-A7B2-6C2E2B1E3761}" dt="2025-04-18T01:47:52.672" v="369" actId="14100"/>
          <ac:grpSpMkLst>
            <pc:docMk/>
            <pc:sldMk cId="0" sldId="262"/>
            <ac:grpSpMk id="7" creationId="{114054E3-D856-A4DB-90AD-65EE9E4B8B82}"/>
          </ac:grpSpMkLst>
        </pc:grpChg>
      </pc:sldChg>
      <pc:sldChg chg="modSp">
        <pc:chgData name="Maniar, Janhavi" userId="S::jmaniar@falcon.bentley.edu::3397527a-ab08-4239-a7bb-090d549d2b70" providerId="AD" clId="Web-{77A6C4E6-EEC9-D1B9-A7B2-6C2E2B1E3761}" dt="2025-04-18T02:14:58.360" v="817" actId="20577"/>
        <pc:sldMkLst>
          <pc:docMk/>
          <pc:sldMk cId="0" sldId="263"/>
        </pc:sldMkLst>
        <pc:spChg chg="mod">
          <ac:chgData name="Maniar, Janhavi" userId="S::jmaniar@falcon.bentley.edu::3397527a-ab08-4239-a7bb-090d549d2b70" providerId="AD" clId="Web-{77A6C4E6-EEC9-D1B9-A7B2-6C2E2B1E3761}" dt="2025-04-18T02:14:58.360" v="817" actId="20577"/>
          <ac:spMkLst>
            <pc:docMk/>
            <pc:sldMk cId="0" sldId="263"/>
            <ac:spMk id="7" creationId="{A400A8A2-82E5-903A-7539-AAA00580752F}"/>
          </ac:spMkLst>
        </pc:spChg>
        <pc:grpChg chg="mod">
          <ac:chgData name="Maniar, Janhavi" userId="S::jmaniar@falcon.bentley.edu::3397527a-ab08-4239-a7bb-090d549d2b70" providerId="AD" clId="Web-{77A6C4E6-EEC9-D1B9-A7B2-6C2E2B1E3761}" dt="2025-04-18T01:40:50.769" v="258" actId="1076"/>
          <ac:grpSpMkLst>
            <pc:docMk/>
            <pc:sldMk cId="0" sldId="263"/>
            <ac:grpSpMk id="5" creationId="{0559F8D6-5B93-A362-8DD6-05883E922DD5}"/>
          </ac:grpSpMkLst>
        </pc:grpChg>
      </pc:sldChg>
      <pc:sldChg chg="addSp modSp">
        <pc:chgData name="Maniar, Janhavi" userId="S::jmaniar@falcon.bentley.edu::3397527a-ab08-4239-a7bb-090d549d2b70" providerId="AD" clId="Web-{77A6C4E6-EEC9-D1B9-A7B2-6C2E2B1E3761}" dt="2025-04-18T02:14:42.703" v="804" actId="20577"/>
        <pc:sldMkLst>
          <pc:docMk/>
          <pc:sldMk cId="0" sldId="265"/>
        </pc:sldMkLst>
        <pc:spChg chg="mod">
          <ac:chgData name="Maniar, Janhavi" userId="S::jmaniar@falcon.bentley.edu::3397527a-ab08-4239-a7bb-090d549d2b70" providerId="AD" clId="Web-{77A6C4E6-EEC9-D1B9-A7B2-6C2E2B1E3761}" dt="2025-04-18T02:14:25.125" v="783"/>
          <ac:spMkLst>
            <pc:docMk/>
            <pc:sldMk cId="0" sldId="265"/>
            <ac:spMk id="2" creationId="{611A8614-A247-9ECB-B469-B98D52109BED}"/>
          </ac:spMkLst>
        </pc:spChg>
        <pc:spChg chg="add mod">
          <ac:chgData name="Maniar, Janhavi" userId="S::jmaniar@falcon.bentley.edu::3397527a-ab08-4239-a7bb-090d549d2b70" providerId="AD" clId="Web-{77A6C4E6-EEC9-D1B9-A7B2-6C2E2B1E3761}" dt="2025-04-18T02:14:42.703" v="804" actId="20577"/>
          <ac:spMkLst>
            <pc:docMk/>
            <pc:sldMk cId="0" sldId="265"/>
            <ac:spMk id="3" creationId="{0561C844-9547-2EEF-26C4-3BF757E26D44}"/>
          </ac:spMkLst>
        </pc:spChg>
        <pc:grpChg chg="add mod ord">
          <ac:chgData name="Maniar, Janhavi" userId="S::jmaniar@falcon.bentley.edu::3397527a-ab08-4239-a7bb-090d549d2b70" providerId="AD" clId="Web-{77A6C4E6-EEC9-D1B9-A7B2-6C2E2B1E3761}" dt="2025-04-18T02:12:32.559" v="710"/>
          <ac:grpSpMkLst>
            <pc:docMk/>
            <pc:sldMk cId="0" sldId="265"/>
            <ac:grpSpMk id="4" creationId="{485F5572-EFD3-8C1D-0C94-C0C780CB25FD}"/>
          </ac:grpSpMkLst>
        </pc:grpChg>
        <pc:grpChg chg="mod">
          <ac:chgData name="Maniar, Janhavi" userId="S::jmaniar@falcon.bentley.edu::3397527a-ab08-4239-a7bb-090d549d2b70" providerId="AD" clId="Web-{77A6C4E6-EEC9-D1B9-A7B2-6C2E2B1E3761}" dt="2025-04-18T02:12:05.074" v="685" actId="1076"/>
          <ac:grpSpMkLst>
            <pc:docMk/>
            <pc:sldMk cId="0" sldId="265"/>
            <ac:grpSpMk id="354" creationId="{00000000-0000-0000-0000-000000000000}"/>
          </ac:grpSpMkLst>
        </pc:grpChg>
      </pc:sldChg>
      <pc:sldChg chg="modSp">
        <pc:chgData name="Maniar, Janhavi" userId="S::jmaniar@falcon.bentley.edu::3397527a-ab08-4239-a7bb-090d549d2b70" providerId="AD" clId="Web-{77A6C4E6-EEC9-D1B9-A7B2-6C2E2B1E3761}" dt="2025-04-18T02:15:19.470" v="824" actId="20577"/>
        <pc:sldMkLst>
          <pc:docMk/>
          <pc:sldMk cId="4066177775" sldId="275"/>
        </pc:sldMkLst>
        <pc:spChg chg="mod">
          <ac:chgData name="Maniar, Janhavi" userId="S::jmaniar@falcon.bentley.edu::3397527a-ab08-4239-a7bb-090d549d2b70" providerId="AD" clId="Web-{77A6C4E6-EEC9-D1B9-A7B2-6C2E2B1E3761}" dt="2025-04-18T01:39:25.298" v="233" actId="14100"/>
          <ac:spMkLst>
            <pc:docMk/>
            <pc:sldMk cId="4066177775" sldId="275"/>
            <ac:spMk id="5" creationId="{42DFA816-E4F0-3470-028E-23906BD79C55}"/>
          </ac:spMkLst>
        </pc:spChg>
        <pc:spChg chg="mod">
          <ac:chgData name="Maniar, Janhavi" userId="S::jmaniar@falcon.bentley.edu::3397527a-ab08-4239-a7bb-090d549d2b70" providerId="AD" clId="Web-{77A6C4E6-EEC9-D1B9-A7B2-6C2E2B1E3761}" dt="2025-04-18T01:39:21.266" v="232" actId="14100"/>
          <ac:spMkLst>
            <pc:docMk/>
            <pc:sldMk cId="4066177775" sldId="275"/>
            <ac:spMk id="6" creationId="{F11881EF-523C-9EFD-6B6C-D953FC65DEAA}"/>
          </ac:spMkLst>
        </pc:spChg>
        <pc:spChg chg="mod">
          <ac:chgData name="Maniar, Janhavi" userId="S::jmaniar@falcon.bentley.edu::3397527a-ab08-4239-a7bb-090d549d2b70" providerId="AD" clId="Web-{77A6C4E6-EEC9-D1B9-A7B2-6C2E2B1E3761}" dt="2025-04-18T02:15:19.470" v="824" actId="20577"/>
          <ac:spMkLst>
            <pc:docMk/>
            <pc:sldMk cId="4066177775" sldId="275"/>
            <ac:spMk id="12" creationId="{313806FB-62FC-0342-8ABB-37CC6618716F}"/>
          </ac:spMkLst>
        </pc:spChg>
        <pc:grpChg chg="mod">
          <ac:chgData name="Maniar, Janhavi" userId="S::jmaniar@falcon.bentley.edu::3397527a-ab08-4239-a7bb-090d549d2b70" providerId="AD" clId="Web-{77A6C4E6-EEC9-D1B9-A7B2-6C2E2B1E3761}" dt="2025-04-18T01:40:01.440" v="248" actId="14100"/>
          <ac:grpSpMkLst>
            <pc:docMk/>
            <pc:sldMk cId="4066177775" sldId="275"/>
            <ac:grpSpMk id="7" creationId="{A073F3DD-762D-1F22-B56E-36A8A5019335}"/>
          </ac:grpSpMkLst>
        </pc:grpChg>
      </pc:sldChg>
      <pc:sldChg chg="modSp">
        <pc:chgData name="Maniar, Janhavi" userId="S::jmaniar@falcon.bentley.edu::3397527a-ab08-4239-a7bb-090d549d2b70" providerId="AD" clId="Web-{77A6C4E6-EEC9-D1B9-A7B2-6C2E2B1E3761}" dt="2025-04-18T01:54:28.465" v="461" actId="20577"/>
        <pc:sldMkLst>
          <pc:docMk/>
          <pc:sldMk cId="3148671798" sldId="276"/>
        </pc:sldMkLst>
        <pc:spChg chg="mod">
          <ac:chgData name="Maniar, Janhavi" userId="S::jmaniar@falcon.bentley.edu::3397527a-ab08-4239-a7bb-090d549d2b70" providerId="AD" clId="Web-{77A6C4E6-EEC9-D1B9-A7B2-6C2E2B1E3761}" dt="2025-04-18T01:54:28.465" v="461" actId="20577"/>
          <ac:spMkLst>
            <pc:docMk/>
            <pc:sldMk cId="3148671798" sldId="276"/>
            <ac:spMk id="7" creationId="{717B6FED-E85E-0373-341B-D6EAA3ED5FCA}"/>
          </ac:spMkLst>
        </pc:spChg>
        <pc:grpChg chg="mod">
          <ac:chgData name="Maniar, Janhavi" userId="S::jmaniar@falcon.bentley.edu::3397527a-ab08-4239-a7bb-090d549d2b70" providerId="AD" clId="Web-{77A6C4E6-EEC9-D1B9-A7B2-6C2E2B1E3761}" dt="2025-04-18T01:32:28.036" v="18" actId="1076"/>
          <ac:grpSpMkLst>
            <pc:docMk/>
            <pc:sldMk cId="3148671798" sldId="276"/>
            <ac:grpSpMk id="6" creationId="{D5CC781D-0C4E-65D3-5C8A-199CB5F4C627}"/>
          </ac:grpSpMkLst>
        </pc:grpChg>
      </pc:sldChg>
      <pc:sldChg chg="modSp">
        <pc:chgData name="Maniar, Janhavi" userId="S::jmaniar@falcon.bentley.edu::3397527a-ab08-4239-a7bb-090d549d2b70" providerId="AD" clId="Web-{77A6C4E6-EEC9-D1B9-A7B2-6C2E2B1E3761}" dt="2025-04-18T02:15:35.486" v="827" actId="20577"/>
        <pc:sldMkLst>
          <pc:docMk/>
          <pc:sldMk cId="2888859645" sldId="277"/>
        </pc:sldMkLst>
        <pc:spChg chg="mod">
          <ac:chgData name="Maniar, Janhavi" userId="S::jmaniar@falcon.bentley.edu::3397527a-ab08-4239-a7bb-090d549d2b70" providerId="AD" clId="Web-{77A6C4E6-EEC9-D1B9-A7B2-6C2E2B1E3761}" dt="2025-04-18T01:37:46.951" v="159" actId="20577"/>
          <ac:spMkLst>
            <pc:docMk/>
            <pc:sldMk cId="2888859645" sldId="277"/>
            <ac:spMk id="4" creationId="{18B2D8DD-D1AD-3F43-AEEF-0CF1A4EF7F2C}"/>
          </ac:spMkLst>
        </pc:spChg>
        <pc:spChg chg="mod">
          <ac:chgData name="Maniar, Janhavi" userId="S::jmaniar@falcon.bentley.edu::3397527a-ab08-4239-a7bb-090d549d2b70" providerId="AD" clId="Web-{77A6C4E6-EEC9-D1B9-A7B2-6C2E2B1E3761}" dt="2025-04-18T01:37:46.967" v="160" actId="20577"/>
          <ac:spMkLst>
            <pc:docMk/>
            <pc:sldMk cId="2888859645" sldId="277"/>
            <ac:spMk id="5" creationId="{25AC4EF3-331E-2266-7388-1DC2B66EB169}"/>
          </ac:spMkLst>
        </pc:spChg>
        <pc:spChg chg="mod">
          <ac:chgData name="Maniar, Janhavi" userId="S::jmaniar@falcon.bentley.edu::3397527a-ab08-4239-a7bb-090d549d2b70" providerId="AD" clId="Web-{77A6C4E6-EEC9-D1B9-A7B2-6C2E2B1E3761}" dt="2025-04-18T02:15:35.486" v="827" actId="20577"/>
          <ac:spMkLst>
            <pc:docMk/>
            <pc:sldMk cId="2888859645" sldId="277"/>
            <ac:spMk id="8" creationId="{DC2BD0F0-66C8-71AE-2C46-B29291686982}"/>
          </ac:spMkLst>
        </pc:spChg>
        <pc:grpChg chg="mod">
          <ac:chgData name="Maniar, Janhavi" userId="S::jmaniar@falcon.bentley.edu::3397527a-ab08-4239-a7bb-090d549d2b70" providerId="AD" clId="Web-{77A6C4E6-EEC9-D1B9-A7B2-6C2E2B1E3761}" dt="2025-04-18T01:33:34.678" v="27" actId="1076"/>
          <ac:grpSpMkLst>
            <pc:docMk/>
            <pc:sldMk cId="2888859645" sldId="277"/>
            <ac:grpSpMk id="6" creationId="{96A5EF84-6DC6-9D2E-1326-962881897E50}"/>
          </ac:grpSpMkLst>
        </pc:grpChg>
      </pc:sldChg>
      <pc:sldChg chg="modSp">
        <pc:chgData name="Maniar, Janhavi" userId="S::jmaniar@falcon.bentley.edu::3397527a-ab08-4239-a7bb-090d549d2b70" providerId="AD" clId="Web-{77A6C4E6-EEC9-D1B9-A7B2-6C2E2B1E3761}" dt="2025-04-18T02:16:44.160" v="842" actId="20577"/>
        <pc:sldMkLst>
          <pc:docMk/>
          <pc:sldMk cId="2333021915" sldId="278"/>
        </pc:sldMkLst>
        <pc:spChg chg="mod">
          <ac:chgData name="Maniar, Janhavi" userId="S::jmaniar@falcon.bentley.edu::3397527a-ab08-4239-a7bb-090d549d2b70" providerId="AD" clId="Web-{77A6C4E6-EEC9-D1B9-A7B2-6C2E2B1E3761}" dt="2025-04-18T02:16:44.160" v="842" actId="20577"/>
          <ac:spMkLst>
            <pc:docMk/>
            <pc:sldMk cId="2333021915" sldId="278"/>
            <ac:spMk id="12" creationId="{8143872C-EDA4-07AE-2736-60F9D8257B1C}"/>
          </ac:spMkLst>
        </pc:spChg>
        <pc:grpChg chg="mod">
          <ac:chgData name="Maniar, Janhavi" userId="S::jmaniar@falcon.bentley.edu::3397527a-ab08-4239-a7bb-090d549d2b70" providerId="AD" clId="Web-{77A6C4E6-EEC9-D1B9-A7B2-6C2E2B1E3761}" dt="2025-04-18T01:43:56.931" v="325" actId="14100"/>
          <ac:grpSpMkLst>
            <pc:docMk/>
            <pc:sldMk cId="2333021915" sldId="278"/>
            <ac:grpSpMk id="7" creationId="{A347BB71-A144-97A7-706A-2401B36D5E73}"/>
          </ac:grpSpMkLst>
        </pc:grpChg>
      </pc:sldChg>
      <pc:sldChg chg="addSp modSp">
        <pc:chgData name="Maniar, Janhavi" userId="S::jmaniar@falcon.bentley.edu::3397527a-ab08-4239-a7bb-090d549d2b70" providerId="AD" clId="Web-{77A6C4E6-EEC9-D1B9-A7B2-6C2E2B1E3761}" dt="2025-04-18T01:57:41.549" v="513" actId="14100"/>
        <pc:sldMkLst>
          <pc:docMk/>
          <pc:sldMk cId="344588249" sldId="279"/>
        </pc:sldMkLst>
        <pc:spChg chg="mod">
          <ac:chgData name="Maniar, Janhavi" userId="S::jmaniar@falcon.bentley.edu::3397527a-ab08-4239-a7bb-090d549d2b70" providerId="AD" clId="Web-{77A6C4E6-EEC9-D1B9-A7B2-6C2E2B1E3761}" dt="2025-04-18T01:57:03.923" v="489"/>
          <ac:spMkLst>
            <pc:docMk/>
            <pc:sldMk cId="344588249" sldId="279"/>
            <ac:spMk id="3" creationId="{B1D070EB-3566-8F48-CBB7-44D7C4814BD6}"/>
          </ac:spMkLst>
        </pc:spChg>
        <pc:grpChg chg="add mod ord">
          <ac:chgData name="Maniar, Janhavi" userId="S::jmaniar@falcon.bentley.edu::3397527a-ab08-4239-a7bb-090d549d2b70" providerId="AD" clId="Web-{77A6C4E6-EEC9-D1B9-A7B2-6C2E2B1E3761}" dt="2025-04-18T01:57:41.549" v="513" actId="14100"/>
          <ac:grpSpMkLst>
            <pc:docMk/>
            <pc:sldMk cId="344588249" sldId="279"/>
            <ac:grpSpMk id="7" creationId="{F413FE66-AD45-EDE5-5F69-B77CEB1387BF}"/>
          </ac:grpSpMkLst>
        </pc:grpChg>
      </pc:sldChg>
      <pc:sldChg chg="addSp modSp">
        <pc:chgData name="Maniar, Janhavi" userId="S::jmaniar@falcon.bentley.edu::3397527a-ab08-4239-a7bb-090d549d2b70" providerId="AD" clId="Web-{77A6C4E6-EEC9-D1B9-A7B2-6C2E2B1E3761}" dt="2025-04-18T02:17:22.474" v="846"/>
        <pc:sldMkLst>
          <pc:docMk/>
          <pc:sldMk cId="741330914" sldId="280"/>
        </pc:sldMkLst>
        <pc:spChg chg="mod">
          <ac:chgData name="Maniar, Janhavi" userId="S::jmaniar@falcon.bentley.edu::3397527a-ab08-4239-a7bb-090d549d2b70" providerId="AD" clId="Web-{77A6C4E6-EEC9-D1B9-A7B2-6C2E2B1E3761}" dt="2025-04-18T02:17:16.255" v="845"/>
          <ac:spMkLst>
            <pc:docMk/>
            <pc:sldMk cId="741330914" sldId="280"/>
            <ac:spMk id="2" creationId="{9A0B1F60-3053-7520-1ECD-EAB1229625CF}"/>
          </ac:spMkLst>
        </pc:spChg>
        <pc:spChg chg="add mod">
          <ac:chgData name="Maniar, Janhavi" userId="S::jmaniar@falcon.bentley.edu::3397527a-ab08-4239-a7bb-090d549d2b70" providerId="AD" clId="Web-{77A6C4E6-EEC9-D1B9-A7B2-6C2E2B1E3761}" dt="2025-04-18T02:17:22.474" v="846"/>
          <ac:spMkLst>
            <pc:docMk/>
            <pc:sldMk cId="741330914" sldId="280"/>
            <ac:spMk id="3" creationId="{1976668A-0760-7753-945C-E93B882B4B70}"/>
          </ac:spMkLst>
        </pc:spChg>
        <pc:spChg chg="mod">
          <ac:chgData name="Maniar, Janhavi" userId="S::jmaniar@falcon.bentley.edu::3397527a-ab08-4239-a7bb-090d549d2b70" providerId="AD" clId="Web-{77A6C4E6-EEC9-D1B9-A7B2-6C2E2B1E3761}" dt="2025-04-18T02:10:16.993" v="655" actId="20577"/>
          <ac:spMkLst>
            <pc:docMk/>
            <pc:sldMk cId="741330914" sldId="280"/>
            <ac:spMk id="5" creationId="{2596B299-8D67-24D6-E0F5-7F5522BAD5FD}"/>
          </ac:spMkLst>
        </pc:spChg>
        <pc:spChg chg="mod">
          <ac:chgData name="Maniar, Janhavi" userId="S::jmaniar@falcon.bentley.edu::3397527a-ab08-4239-a7bb-090d549d2b70" providerId="AD" clId="Web-{77A6C4E6-EEC9-D1B9-A7B2-6C2E2B1E3761}" dt="2025-04-18T02:10:17.008" v="656" actId="20577"/>
          <ac:spMkLst>
            <pc:docMk/>
            <pc:sldMk cId="741330914" sldId="280"/>
            <ac:spMk id="6" creationId="{79A3B8C2-33FF-A854-C2B1-08A356F4BA50}"/>
          </ac:spMkLst>
        </pc:spChg>
        <pc:spChg chg="mod">
          <ac:chgData name="Maniar, Janhavi" userId="S::jmaniar@falcon.bentley.edu::3397527a-ab08-4239-a7bb-090d549d2b70" providerId="AD" clId="Web-{77A6C4E6-EEC9-D1B9-A7B2-6C2E2B1E3761}" dt="2025-04-18T01:48:16.001" v="370"/>
          <ac:spMkLst>
            <pc:docMk/>
            <pc:sldMk cId="741330914" sldId="280"/>
            <ac:spMk id="340" creationId="{D75CC6F4-14D7-32E8-BDB8-DD09EB0AAD52}"/>
          </ac:spMkLst>
        </pc:spChg>
        <pc:grpChg chg="add mod ord">
          <ac:chgData name="Maniar, Janhavi" userId="S::jmaniar@falcon.bentley.edu::3397527a-ab08-4239-a7bb-090d549d2b70" providerId="AD" clId="Web-{77A6C4E6-EEC9-D1B9-A7B2-6C2E2B1E3761}" dt="2025-04-18T02:09:31.694" v="645"/>
          <ac:grpSpMkLst>
            <pc:docMk/>
            <pc:sldMk cId="741330914" sldId="280"/>
            <ac:grpSpMk id="4" creationId="{B6D41E77-6FA6-2425-7775-36B104496253}"/>
          </ac:grpSpMkLst>
        </pc:grpChg>
        <pc:grpChg chg="mod">
          <ac:chgData name="Maniar, Janhavi" userId="S::jmaniar@falcon.bentley.edu::3397527a-ab08-4239-a7bb-090d549d2b70" providerId="AD" clId="Web-{77A6C4E6-EEC9-D1B9-A7B2-6C2E2B1E3761}" dt="2025-04-18T02:09:18.132" v="642" actId="1076"/>
          <ac:grpSpMkLst>
            <pc:docMk/>
            <pc:sldMk cId="741330914" sldId="280"/>
            <ac:grpSpMk id="354" creationId="{02D39C7F-7C97-442A-B721-A6459A5E6142}"/>
          </ac:grpSpMkLst>
        </pc:grpChg>
        <pc:grpChg chg="mod">
          <ac:chgData name="Maniar, Janhavi" userId="S::jmaniar@falcon.bentley.edu::3397527a-ab08-4239-a7bb-090d549d2b70" providerId="AD" clId="Web-{77A6C4E6-EEC9-D1B9-A7B2-6C2E2B1E3761}" dt="2025-04-18T01:43:10.336" v="313" actId="1076"/>
          <ac:grpSpMkLst>
            <pc:docMk/>
            <pc:sldMk cId="741330914" sldId="280"/>
            <ac:grpSpMk id="358" creationId="{9B8B1C2A-1217-C017-9B9A-3801E6E7A784}"/>
          </ac:grpSpMkLst>
        </pc:grpChg>
      </pc:sldChg>
    </pc:docChg>
  </pc:docChgLst>
  <pc:docChgLst>
    <pc:chgData name="Banik, Arpa" userId="S::abanik@falcon.bentley.edu::73615e92-7b37-4e0f-8766-e4fa6e73344b" providerId="AD" clId="Web-{1A82D038-3AA1-BE44-A6FA-05EA12B0F97E}"/>
    <pc:docChg chg="addSld delSld modSld sldOrd">
      <pc:chgData name="Banik, Arpa" userId="S::abanik@falcon.bentley.edu::73615e92-7b37-4e0f-8766-e4fa6e73344b" providerId="AD" clId="Web-{1A82D038-3AA1-BE44-A6FA-05EA12B0F97E}" dt="2025-04-18T18:30:30.099" v="470"/>
      <pc:docMkLst>
        <pc:docMk/>
      </pc:docMkLst>
      <pc:sldChg chg="addSp modSp modNotes">
        <pc:chgData name="Banik, Arpa" userId="S::abanik@falcon.bentley.edu::73615e92-7b37-4e0f-8766-e4fa6e73344b" providerId="AD" clId="Web-{1A82D038-3AA1-BE44-A6FA-05EA12B0F97E}" dt="2025-04-18T13:48:50.156" v="90"/>
        <pc:sldMkLst>
          <pc:docMk/>
          <pc:sldMk cId="0" sldId="256"/>
        </pc:sldMkLst>
        <pc:spChg chg="add mod">
          <ac:chgData name="Banik, Arpa" userId="S::abanik@falcon.bentley.edu::73615e92-7b37-4e0f-8766-e4fa6e73344b" providerId="AD" clId="Web-{1A82D038-3AA1-BE44-A6FA-05EA12B0F97E}" dt="2025-04-18T13:47:22.385" v="85" actId="1076"/>
          <ac:spMkLst>
            <pc:docMk/>
            <pc:sldMk cId="0" sldId="256"/>
            <ac:spMk id="2" creationId="{52EFAF49-FEBC-8C81-33C3-00ED5A240E41}"/>
          </ac:spMkLst>
        </pc:spChg>
        <pc:spChg chg="mod">
          <ac:chgData name="Banik, Arpa" userId="S::abanik@falcon.bentley.edu::73615e92-7b37-4e0f-8766-e4fa6e73344b" providerId="AD" clId="Web-{1A82D038-3AA1-BE44-A6FA-05EA12B0F97E}" dt="2025-04-18T13:46:51.586" v="73" actId="20577"/>
          <ac:spMkLst>
            <pc:docMk/>
            <pc:sldMk cId="0" sldId="256"/>
            <ac:spMk id="4" creationId="{40C0F3B8-6238-4D1D-61A0-1135BF288E25}"/>
          </ac:spMkLst>
        </pc:spChg>
      </pc:sldChg>
      <pc:sldChg chg="modSp modNotes">
        <pc:chgData name="Banik, Arpa" userId="S::abanik@falcon.bentley.edu::73615e92-7b37-4e0f-8766-e4fa6e73344b" providerId="AD" clId="Web-{1A82D038-3AA1-BE44-A6FA-05EA12B0F97E}" dt="2025-04-18T13:58:30.898" v="152" actId="20577"/>
        <pc:sldMkLst>
          <pc:docMk/>
          <pc:sldMk cId="0" sldId="257"/>
        </pc:sldMkLst>
        <pc:spChg chg="mod">
          <ac:chgData name="Banik, Arpa" userId="S::abanik@falcon.bentley.edu::73615e92-7b37-4e0f-8766-e4fa6e73344b" providerId="AD" clId="Web-{1A82D038-3AA1-BE44-A6FA-05EA12B0F97E}" dt="2025-04-18T13:58:30.898" v="152" actId="20577"/>
          <ac:spMkLst>
            <pc:docMk/>
            <pc:sldMk cId="0" sldId="257"/>
            <ac:spMk id="2" creationId="{AEB821C7-2D3C-B27D-D1F5-BAF26ECC1E73}"/>
          </ac:spMkLst>
        </pc:spChg>
      </pc:sldChg>
      <pc:sldChg chg="modSp modNotes">
        <pc:chgData name="Banik, Arpa" userId="S::abanik@falcon.bentley.edu::73615e92-7b37-4e0f-8766-e4fa6e73344b" providerId="AD" clId="Web-{1A82D038-3AA1-BE44-A6FA-05EA12B0F97E}" dt="2025-04-18T13:58:38.039" v="153" actId="20577"/>
        <pc:sldMkLst>
          <pc:docMk/>
          <pc:sldMk cId="0" sldId="258"/>
        </pc:sldMkLst>
        <pc:spChg chg="mod">
          <ac:chgData name="Banik, Arpa" userId="S::abanik@falcon.bentley.edu::73615e92-7b37-4e0f-8766-e4fa6e73344b" providerId="AD" clId="Web-{1A82D038-3AA1-BE44-A6FA-05EA12B0F97E}" dt="2025-04-18T13:58:38.039" v="153" actId="20577"/>
          <ac:spMkLst>
            <pc:docMk/>
            <pc:sldMk cId="0" sldId="258"/>
            <ac:spMk id="7" creationId="{A6474E1D-F9E3-B224-246D-2B672D2F5BD1}"/>
          </ac:spMkLst>
        </pc:spChg>
      </pc:sldChg>
      <pc:sldChg chg="modSp modNotes">
        <pc:chgData name="Banik, Arpa" userId="S::abanik@falcon.bentley.edu::73615e92-7b37-4e0f-8766-e4fa6e73344b" providerId="AD" clId="Web-{1A82D038-3AA1-BE44-A6FA-05EA12B0F97E}" dt="2025-04-18T16:00:08.026" v="392"/>
        <pc:sldMkLst>
          <pc:docMk/>
          <pc:sldMk cId="0" sldId="260"/>
        </pc:sldMkLst>
        <pc:spChg chg="mod">
          <ac:chgData name="Banik, Arpa" userId="S::abanik@falcon.bentley.edu::73615e92-7b37-4e0f-8766-e4fa6e73344b" providerId="AD" clId="Web-{1A82D038-3AA1-BE44-A6FA-05EA12B0F97E}" dt="2025-04-18T14:11:34.341" v="239" actId="20577"/>
          <ac:spMkLst>
            <pc:docMk/>
            <pc:sldMk cId="0" sldId="260"/>
            <ac:spMk id="218" creationId="{00000000-0000-0000-0000-000000000000}"/>
          </ac:spMkLst>
        </pc:spChg>
        <pc:spChg chg="mod">
          <ac:chgData name="Banik, Arpa" userId="S::abanik@falcon.bentley.edu::73615e92-7b37-4e0f-8766-e4fa6e73344b" providerId="AD" clId="Web-{1A82D038-3AA1-BE44-A6FA-05EA12B0F97E}" dt="2025-04-18T14:00:04.420" v="177" actId="14100"/>
          <ac:spMkLst>
            <pc:docMk/>
            <pc:sldMk cId="0" sldId="260"/>
            <ac:spMk id="220" creationId="{00000000-0000-0000-0000-000000000000}"/>
          </ac:spMkLst>
        </pc:spChg>
        <pc:grpChg chg="mod">
          <ac:chgData name="Banik, Arpa" userId="S::abanik@falcon.bentley.edu::73615e92-7b37-4e0f-8766-e4fa6e73344b" providerId="AD" clId="Web-{1A82D038-3AA1-BE44-A6FA-05EA12B0F97E}" dt="2025-04-18T14:00:15.124" v="178" actId="14100"/>
          <ac:grpSpMkLst>
            <pc:docMk/>
            <pc:sldMk cId="0" sldId="260"/>
            <ac:grpSpMk id="5" creationId="{E2FFFA1E-6CAF-0AEA-BD07-1995744EB490}"/>
          </ac:grpSpMkLst>
        </pc:grpChg>
      </pc:sldChg>
      <pc:sldChg chg="addSp delSp modSp modNotes">
        <pc:chgData name="Banik, Arpa" userId="S::abanik@falcon.bentley.edu::73615e92-7b37-4e0f-8766-e4fa6e73344b" providerId="AD" clId="Web-{1A82D038-3AA1-BE44-A6FA-05EA12B0F97E}" dt="2025-04-18T16:14:14.726" v="432"/>
        <pc:sldMkLst>
          <pc:docMk/>
          <pc:sldMk cId="0" sldId="261"/>
        </pc:sldMkLst>
        <pc:spChg chg="mod">
          <ac:chgData name="Banik, Arpa" userId="S::abanik@falcon.bentley.edu::73615e92-7b37-4e0f-8766-e4fa6e73344b" providerId="AD" clId="Web-{1A82D038-3AA1-BE44-A6FA-05EA12B0F97E}" dt="2025-04-18T16:09:02.266" v="417" actId="14100"/>
          <ac:spMkLst>
            <pc:docMk/>
            <pc:sldMk cId="0" sldId="261"/>
            <ac:spMk id="2" creationId="{FF0ACBD8-3DDF-6E39-F599-9CA15A10FE23}"/>
          </ac:spMkLst>
        </pc:spChg>
        <pc:spChg chg="mod">
          <ac:chgData name="Banik, Arpa" userId="S::abanik@falcon.bentley.edu::73615e92-7b37-4e0f-8766-e4fa6e73344b" providerId="AD" clId="Web-{1A82D038-3AA1-BE44-A6FA-05EA12B0F97E}" dt="2025-04-18T14:01:33.520" v="197" actId="14100"/>
          <ac:spMkLst>
            <pc:docMk/>
            <pc:sldMk cId="0" sldId="261"/>
            <ac:spMk id="4" creationId="{084F685D-5135-A765-5AC9-40B219DFB4F3}"/>
          </ac:spMkLst>
        </pc:spChg>
        <pc:spChg chg="mod">
          <ac:chgData name="Banik, Arpa" userId="S::abanik@falcon.bentley.edu::73615e92-7b37-4e0f-8766-e4fa6e73344b" providerId="AD" clId="Web-{1A82D038-3AA1-BE44-A6FA-05EA12B0F97E}" dt="2025-04-18T14:01:55.271" v="202" actId="20577"/>
          <ac:spMkLst>
            <pc:docMk/>
            <pc:sldMk cId="0" sldId="261"/>
            <ac:spMk id="7" creationId="{62736A36-FE7C-7423-3768-1710BDDD1A12}"/>
          </ac:spMkLst>
        </pc:spChg>
        <pc:grpChg chg="mod">
          <ac:chgData name="Banik, Arpa" userId="S::abanik@falcon.bentley.edu::73615e92-7b37-4e0f-8766-e4fa6e73344b" providerId="AD" clId="Web-{1A82D038-3AA1-BE44-A6FA-05EA12B0F97E}" dt="2025-04-18T14:02:33.477" v="206" actId="14100"/>
          <ac:grpSpMkLst>
            <pc:docMk/>
            <pc:sldMk cId="0" sldId="261"/>
            <ac:grpSpMk id="6" creationId="{A3A7E34A-7E44-1FA0-252D-31B36C9DF38A}"/>
          </ac:grpSpMkLst>
        </pc:grpChg>
        <pc:grpChg chg="mod">
          <ac:chgData name="Banik, Arpa" userId="S::abanik@falcon.bentley.edu::73615e92-7b37-4e0f-8766-e4fa6e73344b" providerId="AD" clId="Web-{1A82D038-3AA1-BE44-A6FA-05EA12B0F97E}" dt="2025-04-18T14:01:27.707" v="196" actId="14100"/>
          <ac:grpSpMkLst>
            <pc:docMk/>
            <pc:sldMk cId="0" sldId="261"/>
            <ac:grpSpMk id="11" creationId="{CF831EDA-6125-F284-A2B2-DCCF0C0F2BA8}"/>
          </ac:grpSpMkLst>
        </pc:grpChg>
        <pc:graphicFrameChg chg="add del mod">
          <ac:chgData name="Banik, Arpa" userId="S::abanik@falcon.bentley.edu::73615e92-7b37-4e0f-8766-e4fa6e73344b" providerId="AD" clId="Web-{1A82D038-3AA1-BE44-A6FA-05EA12B0F97E}" dt="2025-04-18T14:42:50.735" v="318"/>
          <ac:graphicFrameMkLst>
            <pc:docMk/>
            <pc:sldMk cId="0" sldId="261"/>
            <ac:graphicFrameMk id="8" creationId="{0FC40E99-3AAA-F135-66AA-835FFD2CAE75}"/>
          </ac:graphicFrameMkLst>
        </pc:graphicFrameChg>
      </pc:sldChg>
      <pc:sldChg chg="delSp modSp modNotes">
        <pc:chgData name="Banik, Arpa" userId="S::abanik@falcon.bentley.edu::73615e92-7b37-4e0f-8766-e4fa6e73344b" providerId="AD" clId="Web-{1A82D038-3AA1-BE44-A6FA-05EA12B0F97E}" dt="2025-04-18T14:45:14.261" v="329" actId="20577"/>
        <pc:sldMkLst>
          <pc:docMk/>
          <pc:sldMk cId="0" sldId="262"/>
        </pc:sldMkLst>
        <pc:spChg chg="mod">
          <ac:chgData name="Banik, Arpa" userId="S::abanik@falcon.bentley.edu::73615e92-7b37-4e0f-8766-e4fa6e73344b" providerId="AD" clId="Web-{1A82D038-3AA1-BE44-A6FA-05EA12B0F97E}" dt="2025-04-18T14:45:14.261" v="329" actId="20577"/>
          <ac:spMkLst>
            <pc:docMk/>
            <pc:sldMk cId="0" sldId="262"/>
            <ac:spMk id="3" creationId="{8FE34D1B-1948-7F84-FA91-B635BFAFD400}"/>
          </ac:spMkLst>
        </pc:spChg>
        <pc:spChg chg="mod">
          <ac:chgData name="Banik, Arpa" userId="S::abanik@falcon.bentley.edu::73615e92-7b37-4e0f-8766-e4fa6e73344b" providerId="AD" clId="Web-{1A82D038-3AA1-BE44-A6FA-05EA12B0F97E}" dt="2025-04-18T14:34:03.855" v="293" actId="20577"/>
          <ac:spMkLst>
            <pc:docMk/>
            <pc:sldMk cId="0" sldId="262"/>
            <ac:spMk id="279" creationId="{00000000-0000-0000-0000-000000000000}"/>
          </ac:spMkLst>
        </pc:spChg>
        <pc:grpChg chg="mod">
          <ac:chgData name="Banik, Arpa" userId="S::abanik@falcon.bentley.edu::73615e92-7b37-4e0f-8766-e4fa6e73344b" providerId="AD" clId="Web-{1A82D038-3AA1-BE44-A6FA-05EA12B0F97E}" dt="2025-04-18T14:34:55.421" v="306" actId="14100"/>
          <ac:grpSpMkLst>
            <pc:docMk/>
            <pc:sldMk cId="0" sldId="262"/>
            <ac:grpSpMk id="7" creationId="{114054E3-D856-A4DB-90AD-65EE9E4B8B82}"/>
          </ac:grpSpMkLst>
        </pc:grpChg>
        <pc:grpChg chg="del">
          <ac:chgData name="Banik, Arpa" userId="S::abanik@falcon.bentley.edu::73615e92-7b37-4e0f-8766-e4fa6e73344b" providerId="AD" clId="Web-{1A82D038-3AA1-BE44-A6FA-05EA12B0F97E}" dt="2025-04-18T14:34:36.170" v="302"/>
          <ac:grpSpMkLst>
            <pc:docMk/>
            <pc:sldMk cId="0" sldId="262"/>
            <ac:grpSpMk id="285" creationId="{00000000-0000-0000-0000-000000000000}"/>
          </ac:grpSpMkLst>
        </pc:grpChg>
      </pc:sldChg>
      <pc:sldChg chg="modSp del modNotes">
        <pc:chgData name="Banik, Arpa" userId="S::abanik@falcon.bentley.edu::73615e92-7b37-4e0f-8766-e4fa6e73344b" providerId="AD" clId="Web-{1A82D038-3AA1-BE44-A6FA-05EA12B0F97E}" dt="2025-04-18T14:35:33.752" v="311"/>
        <pc:sldMkLst>
          <pc:docMk/>
          <pc:sldMk cId="0" sldId="263"/>
        </pc:sldMkLst>
        <pc:spChg chg="mod">
          <ac:chgData name="Banik, Arpa" userId="S::abanik@falcon.bentley.edu::73615e92-7b37-4e0f-8766-e4fa6e73344b" providerId="AD" clId="Web-{1A82D038-3AA1-BE44-A6FA-05EA12B0F97E}" dt="2025-04-18T14:03:05.120" v="210" actId="20577"/>
          <ac:spMkLst>
            <pc:docMk/>
            <pc:sldMk cId="0" sldId="263"/>
            <ac:spMk id="7" creationId="{A400A8A2-82E5-903A-7539-AAA00580752F}"/>
          </ac:spMkLst>
        </pc:spChg>
      </pc:sldChg>
      <pc:sldChg chg="delSp modSp modNotes">
        <pc:chgData name="Banik, Arpa" userId="S::abanik@falcon.bentley.edu::73615e92-7b37-4e0f-8766-e4fa6e73344b" providerId="AD" clId="Web-{1A82D038-3AA1-BE44-A6FA-05EA12B0F97E}" dt="2025-04-18T14:10:44.619" v="233"/>
        <pc:sldMkLst>
          <pc:docMk/>
          <pc:sldMk cId="0" sldId="265"/>
        </pc:sldMkLst>
        <pc:spChg chg="mod">
          <ac:chgData name="Banik, Arpa" userId="S::abanik@falcon.bentley.edu::73615e92-7b37-4e0f-8766-e4fa6e73344b" providerId="AD" clId="Web-{1A82D038-3AA1-BE44-A6FA-05EA12B0F97E}" dt="2025-04-18T14:03:12.964" v="212" actId="20577"/>
          <ac:spMkLst>
            <pc:docMk/>
            <pc:sldMk cId="0" sldId="265"/>
            <ac:spMk id="2" creationId="{611A8614-A247-9ECB-B469-B98D52109BED}"/>
          </ac:spMkLst>
        </pc:spChg>
        <pc:spChg chg="mod">
          <ac:chgData name="Banik, Arpa" userId="S::abanik@falcon.bentley.edu::73615e92-7b37-4e0f-8766-e4fa6e73344b" providerId="AD" clId="Web-{1A82D038-3AA1-BE44-A6FA-05EA12B0F97E}" dt="2025-04-18T14:03:18.511" v="213" actId="20577"/>
          <ac:spMkLst>
            <pc:docMk/>
            <pc:sldMk cId="0" sldId="265"/>
            <ac:spMk id="3" creationId="{0561C844-9547-2EEF-26C4-3BF757E26D44}"/>
          </ac:spMkLst>
        </pc:spChg>
        <pc:grpChg chg="del mod">
          <ac:chgData name="Banik, Arpa" userId="S::abanik@falcon.bentley.edu::73615e92-7b37-4e0f-8766-e4fa6e73344b" providerId="AD" clId="Web-{1A82D038-3AA1-BE44-A6FA-05EA12B0F97E}" dt="2025-04-18T14:10:44.619" v="233"/>
          <ac:grpSpMkLst>
            <pc:docMk/>
            <pc:sldMk cId="0" sldId="265"/>
            <ac:grpSpMk id="358" creationId="{00000000-0000-0000-0000-000000000000}"/>
          </ac:grpSpMkLst>
        </pc:grpChg>
      </pc:sldChg>
      <pc:sldChg chg="delSp modSp modNotes">
        <pc:chgData name="Banik, Arpa" userId="S::abanik@falcon.bentley.edu::73615e92-7b37-4e0f-8766-e4fa6e73344b" providerId="AD" clId="Web-{1A82D038-3AA1-BE44-A6FA-05EA12B0F97E}" dt="2025-04-18T18:30:30.099" v="470"/>
        <pc:sldMkLst>
          <pc:docMk/>
          <pc:sldMk cId="0" sldId="272"/>
        </pc:sldMkLst>
        <pc:spChg chg="del mod">
          <ac:chgData name="Banik, Arpa" userId="S::abanik@falcon.bentley.edu::73615e92-7b37-4e0f-8766-e4fa6e73344b" providerId="AD" clId="Web-{1A82D038-3AA1-BE44-A6FA-05EA12B0F97E}" dt="2025-04-18T16:16:03.968" v="435"/>
          <ac:spMkLst>
            <pc:docMk/>
            <pc:sldMk cId="0" sldId="272"/>
            <ac:spMk id="2" creationId="{B2CD582A-E1ED-EED4-70ED-8F039C607E42}"/>
          </ac:spMkLst>
        </pc:spChg>
        <pc:spChg chg="mod">
          <ac:chgData name="Banik, Arpa" userId="S::abanik@falcon.bentley.edu::73615e92-7b37-4e0f-8766-e4fa6e73344b" providerId="AD" clId="Web-{1A82D038-3AA1-BE44-A6FA-05EA12B0F97E}" dt="2025-04-18T18:29:58.316" v="468" actId="20577"/>
          <ac:spMkLst>
            <pc:docMk/>
            <pc:sldMk cId="0" sldId="272"/>
            <ac:spMk id="540" creationId="{00000000-0000-0000-0000-000000000000}"/>
          </ac:spMkLst>
        </pc:spChg>
      </pc:sldChg>
      <pc:sldChg chg="modSp modNotes">
        <pc:chgData name="Banik, Arpa" userId="S::abanik@falcon.bentley.edu::73615e92-7b37-4e0f-8766-e4fa6e73344b" providerId="AD" clId="Web-{1A82D038-3AA1-BE44-A6FA-05EA12B0F97E}" dt="2025-04-18T16:06:29.037" v="405" actId="1076"/>
        <pc:sldMkLst>
          <pc:docMk/>
          <pc:sldMk cId="4066177775" sldId="275"/>
        </pc:sldMkLst>
        <pc:spChg chg="mod">
          <ac:chgData name="Banik, Arpa" userId="S::abanik@falcon.bentley.edu::73615e92-7b37-4e0f-8766-e4fa6e73344b" providerId="AD" clId="Web-{1A82D038-3AA1-BE44-A6FA-05EA12B0F97E}" dt="2025-04-18T16:06:19.755" v="404" actId="14100"/>
          <ac:spMkLst>
            <pc:docMk/>
            <pc:sldMk cId="4066177775" sldId="275"/>
            <ac:spMk id="12" creationId="{313806FB-62FC-0342-8ABB-37CC6618716F}"/>
          </ac:spMkLst>
        </pc:spChg>
        <pc:grpChg chg="mod">
          <ac:chgData name="Banik, Arpa" userId="S::abanik@falcon.bentley.edu::73615e92-7b37-4e0f-8766-e4fa6e73344b" providerId="AD" clId="Web-{1A82D038-3AA1-BE44-A6FA-05EA12B0F97E}" dt="2025-04-18T16:06:29.037" v="405" actId="1076"/>
          <ac:grpSpMkLst>
            <pc:docMk/>
            <pc:sldMk cId="4066177775" sldId="275"/>
            <ac:grpSpMk id="7" creationId="{A073F3DD-762D-1F22-B56E-36A8A5019335}"/>
          </ac:grpSpMkLst>
        </pc:grpChg>
      </pc:sldChg>
      <pc:sldChg chg="modSp modNotes">
        <pc:chgData name="Banik, Arpa" userId="S::abanik@falcon.bentley.edu::73615e92-7b37-4e0f-8766-e4fa6e73344b" providerId="AD" clId="Web-{1A82D038-3AA1-BE44-A6FA-05EA12B0F97E}" dt="2025-04-18T14:53:09.653" v="331"/>
        <pc:sldMkLst>
          <pc:docMk/>
          <pc:sldMk cId="3148671798" sldId="276"/>
        </pc:sldMkLst>
        <pc:spChg chg="mod">
          <ac:chgData name="Banik, Arpa" userId="S::abanik@falcon.bentley.edu::73615e92-7b37-4e0f-8766-e4fa6e73344b" providerId="AD" clId="Web-{1A82D038-3AA1-BE44-A6FA-05EA12B0F97E}" dt="2025-04-18T13:59:14.839" v="168" actId="14100"/>
          <ac:spMkLst>
            <pc:docMk/>
            <pc:sldMk cId="3148671798" sldId="276"/>
            <ac:spMk id="7" creationId="{717B6FED-E85E-0373-341B-D6EAA3ED5FCA}"/>
          </ac:spMkLst>
        </pc:spChg>
        <pc:grpChg chg="mod">
          <ac:chgData name="Banik, Arpa" userId="S::abanik@falcon.bentley.edu::73615e92-7b37-4e0f-8766-e4fa6e73344b" providerId="AD" clId="Web-{1A82D038-3AA1-BE44-A6FA-05EA12B0F97E}" dt="2025-04-18T13:59:11.229" v="167" actId="14100"/>
          <ac:grpSpMkLst>
            <pc:docMk/>
            <pc:sldMk cId="3148671798" sldId="276"/>
            <ac:grpSpMk id="6" creationId="{D5CC781D-0C4E-65D3-5C8A-199CB5F4C627}"/>
          </ac:grpSpMkLst>
        </pc:grpChg>
      </pc:sldChg>
      <pc:sldChg chg="modSp modNotes">
        <pc:chgData name="Banik, Arpa" userId="S::abanik@falcon.bentley.edu::73615e92-7b37-4e0f-8766-e4fa6e73344b" providerId="AD" clId="Web-{1A82D038-3AA1-BE44-A6FA-05EA12B0F97E}" dt="2025-04-18T16:07:21.478" v="409"/>
        <pc:sldMkLst>
          <pc:docMk/>
          <pc:sldMk cId="2888859645" sldId="277"/>
        </pc:sldMkLst>
        <pc:spChg chg="mod">
          <ac:chgData name="Banik, Arpa" userId="S::abanik@falcon.bentley.edu::73615e92-7b37-4e0f-8766-e4fa6e73344b" providerId="AD" clId="Web-{1A82D038-3AA1-BE44-A6FA-05EA12B0F97E}" dt="2025-04-18T13:59:27.824" v="170" actId="20577"/>
          <ac:spMkLst>
            <pc:docMk/>
            <pc:sldMk cId="2888859645" sldId="277"/>
            <ac:spMk id="8" creationId="{DC2BD0F0-66C8-71AE-2C46-B29291686982}"/>
          </ac:spMkLst>
        </pc:spChg>
        <pc:grpChg chg="mod">
          <ac:chgData name="Banik, Arpa" userId="S::abanik@falcon.bentley.edu::73615e92-7b37-4e0f-8766-e4fa6e73344b" providerId="AD" clId="Web-{1A82D038-3AA1-BE44-A6FA-05EA12B0F97E}" dt="2025-04-18T13:59:33.387" v="171" actId="14100"/>
          <ac:grpSpMkLst>
            <pc:docMk/>
            <pc:sldMk cId="2888859645" sldId="277"/>
            <ac:grpSpMk id="6" creationId="{96A5EF84-6DC6-9D2E-1326-962881897E50}"/>
          </ac:grpSpMkLst>
        </pc:grpChg>
      </pc:sldChg>
      <pc:sldChg chg="modSp modNotes">
        <pc:chgData name="Banik, Arpa" userId="S::abanik@falcon.bentley.edu::73615e92-7b37-4e0f-8766-e4fa6e73344b" providerId="AD" clId="Web-{1A82D038-3AA1-BE44-A6FA-05EA12B0F97E}" dt="2025-04-18T16:13:31.270" v="430" actId="14100"/>
        <pc:sldMkLst>
          <pc:docMk/>
          <pc:sldMk cId="2333021915" sldId="278"/>
        </pc:sldMkLst>
        <pc:spChg chg="mod">
          <ac:chgData name="Banik, Arpa" userId="S::abanik@falcon.bentley.edu::73615e92-7b37-4e0f-8766-e4fa6e73344b" providerId="AD" clId="Web-{1A82D038-3AA1-BE44-A6FA-05EA12B0F97E}" dt="2025-04-18T14:11:57.015" v="244" actId="14100"/>
          <ac:spMkLst>
            <pc:docMk/>
            <pc:sldMk cId="2333021915" sldId="278"/>
            <ac:spMk id="3" creationId="{DB27D22C-9EB6-EC5E-8F0B-CC8E13EEE47E}"/>
          </ac:spMkLst>
        </pc:spChg>
        <pc:spChg chg="mod">
          <ac:chgData name="Banik, Arpa" userId="S::abanik@falcon.bentley.edu::73615e92-7b37-4e0f-8766-e4fa6e73344b" providerId="AD" clId="Web-{1A82D038-3AA1-BE44-A6FA-05EA12B0F97E}" dt="2025-04-18T16:13:27.050" v="429" actId="20577"/>
          <ac:spMkLst>
            <pc:docMk/>
            <pc:sldMk cId="2333021915" sldId="278"/>
            <ac:spMk id="12" creationId="{8143872C-EDA4-07AE-2736-60F9D8257B1C}"/>
          </ac:spMkLst>
        </pc:spChg>
        <pc:grpChg chg="mod">
          <ac:chgData name="Banik, Arpa" userId="S::abanik@falcon.bentley.edu::73615e92-7b37-4e0f-8766-e4fa6e73344b" providerId="AD" clId="Web-{1A82D038-3AA1-BE44-A6FA-05EA12B0F97E}" dt="2025-04-18T16:13:31.270" v="430" actId="14100"/>
          <ac:grpSpMkLst>
            <pc:docMk/>
            <pc:sldMk cId="2333021915" sldId="278"/>
            <ac:grpSpMk id="7" creationId="{A347BB71-A144-97A7-706A-2401B36D5E73}"/>
          </ac:grpSpMkLst>
        </pc:grpChg>
        <pc:picChg chg="mod modCrop">
          <ac:chgData name="Banik, Arpa" userId="S::abanik@falcon.bentley.edu::73615e92-7b37-4e0f-8766-e4fa6e73344b" providerId="AD" clId="Web-{1A82D038-3AA1-BE44-A6FA-05EA12B0F97E}" dt="2025-04-18T14:59:25.930" v="335" actId="14100"/>
          <ac:picMkLst>
            <pc:docMk/>
            <pc:sldMk cId="2333021915" sldId="278"/>
            <ac:picMk id="2" creationId="{9F6AC997-A73D-86C3-65D4-0D9C5FC9799E}"/>
          </ac:picMkLst>
        </pc:picChg>
      </pc:sldChg>
      <pc:sldChg chg="modSp del modNotes">
        <pc:chgData name="Banik, Arpa" userId="S::abanik@falcon.bentley.edu::73615e92-7b37-4e0f-8766-e4fa6e73344b" providerId="AD" clId="Web-{1A82D038-3AA1-BE44-A6FA-05EA12B0F97E}" dt="2025-04-18T14:35:30.767" v="310"/>
        <pc:sldMkLst>
          <pc:docMk/>
          <pc:sldMk cId="344588249" sldId="279"/>
        </pc:sldMkLst>
        <pc:spChg chg="mod">
          <ac:chgData name="Banik, Arpa" userId="S::abanik@falcon.bentley.edu::73615e92-7b37-4e0f-8766-e4fa6e73344b" providerId="AD" clId="Web-{1A82D038-3AA1-BE44-A6FA-05EA12B0F97E}" dt="2025-04-18T14:02:58.635" v="209" actId="20577"/>
          <ac:spMkLst>
            <pc:docMk/>
            <pc:sldMk cId="344588249" sldId="279"/>
            <ac:spMk id="3" creationId="{B1D070EB-3566-8F48-CBB7-44D7C4814BD6}"/>
          </ac:spMkLst>
        </pc:spChg>
        <pc:grpChg chg="mod">
          <ac:chgData name="Banik, Arpa" userId="S::abanik@falcon.bentley.edu::73615e92-7b37-4e0f-8766-e4fa6e73344b" providerId="AD" clId="Web-{1A82D038-3AA1-BE44-A6FA-05EA12B0F97E}" dt="2025-04-18T14:04:43.095" v="220" actId="14100"/>
          <ac:grpSpMkLst>
            <pc:docMk/>
            <pc:sldMk cId="344588249" sldId="279"/>
            <ac:grpSpMk id="7" creationId="{F413FE66-AD45-EDE5-5F69-B77CEB1387BF}"/>
          </ac:grpSpMkLst>
        </pc:grpChg>
      </pc:sldChg>
      <pc:sldChg chg="delSp modSp modNotes">
        <pc:chgData name="Banik, Arpa" userId="S::abanik@falcon.bentley.edu::73615e92-7b37-4e0f-8766-e4fa6e73344b" providerId="AD" clId="Web-{1A82D038-3AA1-BE44-A6FA-05EA12B0F97E}" dt="2025-04-18T16:14:24.679" v="433" actId="14100"/>
        <pc:sldMkLst>
          <pc:docMk/>
          <pc:sldMk cId="741330914" sldId="280"/>
        </pc:sldMkLst>
        <pc:spChg chg="mod">
          <ac:chgData name="Banik, Arpa" userId="S::abanik@falcon.bentley.edu::73615e92-7b37-4e0f-8766-e4fa6e73344b" providerId="AD" clId="Web-{1A82D038-3AA1-BE44-A6FA-05EA12B0F97E}" dt="2025-04-18T14:11:06.246" v="237" actId="14100"/>
          <ac:spMkLst>
            <pc:docMk/>
            <pc:sldMk cId="741330914" sldId="280"/>
            <ac:spMk id="2" creationId="{9A0B1F60-3053-7520-1ECD-EAB1229625CF}"/>
          </ac:spMkLst>
        </pc:spChg>
        <pc:spChg chg="mod">
          <ac:chgData name="Banik, Arpa" userId="S::abanik@falcon.bentley.edu::73615e92-7b37-4e0f-8766-e4fa6e73344b" providerId="AD" clId="Web-{1A82D038-3AA1-BE44-A6FA-05EA12B0F97E}" dt="2025-04-18T14:11:10.871" v="238" actId="14100"/>
          <ac:spMkLst>
            <pc:docMk/>
            <pc:sldMk cId="741330914" sldId="280"/>
            <ac:spMk id="3" creationId="{1976668A-0760-7753-945C-E93B882B4B70}"/>
          </ac:spMkLst>
        </pc:spChg>
        <pc:grpChg chg="mod">
          <ac:chgData name="Banik, Arpa" userId="S::abanik@falcon.bentley.edu::73615e92-7b37-4e0f-8766-e4fa6e73344b" providerId="AD" clId="Web-{1A82D038-3AA1-BE44-A6FA-05EA12B0F97E}" dt="2025-04-18T16:14:24.679" v="433" actId="14100"/>
          <ac:grpSpMkLst>
            <pc:docMk/>
            <pc:sldMk cId="741330914" sldId="280"/>
            <ac:grpSpMk id="354" creationId="{02D39C7F-7C97-442A-B721-A6459A5E6142}"/>
          </ac:grpSpMkLst>
        </pc:grpChg>
        <pc:grpChg chg="del">
          <ac:chgData name="Banik, Arpa" userId="S::abanik@falcon.bentley.edu::73615e92-7b37-4e0f-8766-e4fa6e73344b" providerId="AD" clId="Web-{1A82D038-3AA1-BE44-A6FA-05EA12B0F97E}" dt="2025-04-18T14:10:59.589" v="236"/>
          <ac:grpSpMkLst>
            <pc:docMk/>
            <pc:sldMk cId="741330914" sldId="280"/>
            <ac:grpSpMk id="358" creationId="{9B8B1C2A-1217-C017-9B9A-3801E6E7A784}"/>
          </ac:grpSpMkLst>
        </pc:grpChg>
      </pc:sldChg>
      <pc:sldChg chg="modSp add replId modNotes">
        <pc:chgData name="Banik, Arpa" userId="S::abanik@falcon.bentley.edu::73615e92-7b37-4e0f-8766-e4fa6e73344b" providerId="AD" clId="Web-{1A82D038-3AA1-BE44-A6FA-05EA12B0F97E}" dt="2025-04-18T14:32:57.444" v="288"/>
        <pc:sldMkLst>
          <pc:docMk/>
          <pc:sldMk cId="577190455" sldId="281"/>
        </pc:sldMkLst>
        <pc:spChg chg="mod">
          <ac:chgData name="Banik, Arpa" userId="S::abanik@falcon.bentley.edu::73615e92-7b37-4e0f-8766-e4fa6e73344b" providerId="AD" clId="Web-{1A82D038-3AA1-BE44-A6FA-05EA12B0F97E}" dt="2025-04-18T14:31:00.749" v="271" actId="20577"/>
          <ac:spMkLst>
            <pc:docMk/>
            <pc:sldMk cId="577190455" sldId="281"/>
            <ac:spMk id="218" creationId="{CF9D8CAA-723A-A89F-A6C4-630AC4A343D2}"/>
          </ac:spMkLst>
        </pc:spChg>
        <pc:spChg chg="mod">
          <ac:chgData name="Banik, Arpa" userId="S::abanik@falcon.bentley.edu::73615e92-7b37-4e0f-8766-e4fa6e73344b" providerId="AD" clId="Web-{1A82D038-3AA1-BE44-A6FA-05EA12B0F97E}" dt="2025-04-18T14:31:43.736" v="284" actId="20577"/>
          <ac:spMkLst>
            <pc:docMk/>
            <pc:sldMk cId="577190455" sldId="281"/>
            <ac:spMk id="220" creationId="{C4BC5811-53ED-79C4-0C04-BBB679AC80D8}"/>
          </ac:spMkLst>
        </pc:spChg>
      </pc:sldChg>
      <pc:sldChg chg="modSp add ord replId modNotes">
        <pc:chgData name="Banik, Arpa" userId="S::abanik@falcon.bentley.edu::73615e92-7b37-4e0f-8766-e4fa6e73344b" providerId="AD" clId="Web-{1A82D038-3AA1-BE44-A6FA-05EA12B0F97E}" dt="2025-04-18T18:22:56.897" v="460"/>
        <pc:sldMkLst>
          <pc:docMk/>
          <pc:sldMk cId="3282154806" sldId="282"/>
        </pc:sldMkLst>
        <pc:spChg chg="mod">
          <ac:chgData name="Banik, Arpa" userId="S::abanik@falcon.bentley.edu::73615e92-7b37-4e0f-8766-e4fa6e73344b" providerId="AD" clId="Web-{1A82D038-3AA1-BE44-A6FA-05EA12B0F97E}" dt="2025-04-18T15:57:10.857" v="382" actId="14100"/>
          <ac:spMkLst>
            <pc:docMk/>
            <pc:sldMk cId="3282154806" sldId="282"/>
            <ac:spMk id="218" creationId="{54BC0557-6DFA-FAD1-CEF0-F14827A610A6}"/>
          </ac:spMkLst>
        </pc:spChg>
        <pc:spChg chg="mod">
          <ac:chgData name="Banik, Arpa" userId="S::abanik@falcon.bentley.edu::73615e92-7b37-4e0f-8766-e4fa6e73344b" providerId="AD" clId="Web-{1A82D038-3AA1-BE44-A6FA-05EA12B0F97E}" dt="2025-04-18T18:21:37.517" v="456" actId="20577"/>
          <ac:spMkLst>
            <pc:docMk/>
            <pc:sldMk cId="3282154806" sldId="282"/>
            <ac:spMk id="220" creationId="{1FF32EAA-AD01-01E2-2FD0-33F5930D4003}"/>
          </ac:spMkLst>
        </pc:spChg>
        <pc:grpChg chg="mod">
          <ac:chgData name="Banik, Arpa" userId="S::abanik@falcon.bentley.edu::73615e92-7b37-4e0f-8766-e4fa6e73344b" providerId="AD" clId="Web-{1A82D038-3AA1-BE44-A6FA-05EA12B0F97E}" dt="2025-04-18T18:21:42.408" v="457" actId="14100"/>
          <ac:grpSpMkLst>
            <pc:docMk/>
            <pc:sldMk cId="3282154806" sldId="282"/>
            <ac:grpSpMk id="5" creationId="{0F47A84F-6CF3-E342-06EA-1D602C3FDA98}"/>
          </ac:grpSpMkLst>
        </pc:grpChg>
      </pc:sldChg>
      <pc:sldChg chg="add replId">
        <pc:chgData name="Banik, Arpa" userId="S::abanik@falcon.bentley.edu::73615e92-7b37-4e0f-8766-e4fa6e73344b" providerId="AD" clId="Web-{1A82D038-3AA1-BE44-A6FA-05EA12B0F97E}" dt="2025-04-18T18:29:22.204" v="461"/>
        <pc:sldMkLst>
          <pc:docMk/>
          <pc:sldMk cId="1350443132" sldId="283"/>
        </pc:sldMkLst>
      </pc:sldChg>
    </pc:docChg>
  </pc:docChgLst>
  <pc:docChgLst>
    <pc:chgData name="Maniar, Janhavi" userId="S::jmaniar@falcon.bentley.edu::3397527a-ab08-4239-a7bb-090d549d2b70" providerId="AD" clId="Web-{5DBC3FBF-BD74-187B-4DAC-1F282123E97A}"/>
    <pc:docChg chg="modSld">
      <pc:chgData name="Maniar, Janhavi" userId="S::jmaniar@falcon.bentley.edu::3397527a-ab08-4239-a7bb-090d549d2b70" providerId="AD" clId="Web-{5DBC3FBF-BD74-187B-4DAC-1F282123E97A}" dt="2025-04-17T23:13:20.383" v="124" actId="20577"/>
      <pc:docMkLst>
        <pc:docMk/>
      </pc:docMkLst>
      <pc:sldChg chg="addSp modSp">
        <pc:chgData name="Maniar, Janhavi" userId="S::jmaniar@falcon.bentley.edu::3397527a-ab08-4239-a7bb-090d549d2b70" providerId="AD" clId="Web-{5DBC3FBF-BD74-187B-4DAC-1F282123E97A}" dt="2025-04-17T23:02:52.432" v="6"/>
        <pc:sldMkLst>
          <pc:docMk/>
          <pc:sldMk cId="0" sldId="256"/>
        </pc:sldMkLst>
        <pc:picChg chg="add mod">
          <ac:chgData name="Maniar, Janhavi" userId="S::jmaniar@falcon.bentley.edu::3397527a-ab08-4239-a7bb-090d549d2b70" providerId="AD" clId="Web-{5DBC3FBF-BD74-187B-4DAC-1F282123E97A}" dt="2025-04-17T23:02:52.432" v="6"/>
          <ac:picMkLst>
            <pc:docMk/>
            <pc:sldMk cId="0" sldId="256"/>
            <ac:picMk id="3" creationId="{1FE3E981-2C76-35E7-72D0-1FD01FE8F7CA}"/>
          </ac:picMkLst>
        </pc:picChg>
      </pc:sldChg>
      <pc:sldChg chg="modSp">
        <pc:chgData name="Maniar, Janhavi" userId="S::jmaniar@falcon.bentley.edu::3397527a-ab08-4239-a7bb-090d549d2b70" providerId="AD" clId="Web-{5DBC3FBF-BD74-187B-4DAC-1F282123E97A}" dt="2025-04-17T23:12:19.207" v="90" actId="1076"/>
        <pc:sldMkLst>
          <pc:docMk/>
          <pc:sldMk cId="0" sldId="257"/>
        </pc:sldMkLst>
        <pc:spChg chg="mod">
          <ac:chgData name="Maniar, Janhavi" userId="S::jmaniar@falcon.bentley.edu::3397527a-ab08-4239-a7bb-090d549d2b70" providerId="AD" clId="Web-{5DBC3FBF-BD74-187B-4DAC-1F282123E97A}" dt="2025-04-17T23:12:19.207" v="90" actId="1076"/>
          <ac:spMkLst>
            <pc:docMk/>
            <pc:sldMk cId="0" sldId="257"/>
            <ac:spMk id="2" creationId="{AEB821C7-2D3C-B27D-D1F5-BAF26ECC1E73}"/>
          </ac:spMkLst>
        </pc:spChg>
        <pc:grpChg chg="mod">
          <ac:chgData name="Maniar, Janhavi" userId="S::jmaniar@falcon.bentley.edu::3397527a-ab08-4239-a7bb-090d549d2b70" providerId="AD" clId="Web-{5DBC3FBF-BD74-187B-4DAC-1F282123E97A}" dt="2025-04-17T23:07:19.782" v="19" actId="1076"/>
          <ac:grpSpMkLst>
            <pc:docMk/>
            <pc:sldMk cId="0" sldId="257"/>
            <ac:grpSpMk id="134" creationId="{00000000-0000-0000-0000-000000000000}"/>
          </ac:grpSpMkLst>
        </pc:grpChg>
      </pc:sldChg>
      <pc:sldChg chg="modSp">
        <pc:chgData name="Maniar, Janhavi" userId="S::jmaniar@falcon.bentley.edu::3397527a-ab08-4239-a7bb-090d549d2b70" providerId="AD" clId="Web-{5DBC3FBF-BD74-187B-4DAC-1F282123E97A}" dt="2025-04-17T23:13:20.383" v="124" actId="20577"/>
        <pc:sldMkLst>
          <pc:docMk/>
          <pc:sldMk cId="0" sldId="258"/>
        </pc:sldMkLst>
        <pc:spChg chg="mod">
          <ac:chgData name="Maniar, Janhavi" userId="S::jmaniar@falcon.bentley.edu::3397527a-ab08-4239-a7bb-090d549d2b70" providerId="AD" clId="Web-{5DBC3FBF-BD74-187B-4DAC-1F282123E97A}" dt="2025-04-17T23:13:20.383" v="124" actId="20577"/>
          <ac:spMkLst>
            <pc:docMk/>
            <pc:sldMk cId="0" sldId="258"/>
            <ac:spMk id="7" creationId="{A6474E1D-F9E3-B224-246D-2B672D2F5BD1}"/>
          </ac:spMkLst>
        </pc:spChg>
      </pc:sldChg>
    </pc:docChg>
  </pc:docChgLst>
  <pc:docChgLst>
    <pc:chgData name="Banik, Arpa" userId="S::abanik@falcon.bentley.edu::73615e92-7b37-4e0f-8766-e4fa6e73344b" providerId="AD" clId="Web-{55D7E4D4-59CE-488E-0361-0C8A380FC2F5}"/>
    <pc:docChg chg="addSld delSld modSld sldOrd addMainMaster">
      <pc:chgData name="Banik, Arpa" userId="S::abanik@falcon.bentley.edu::73615e92-7b37-4e0f-8766-e4fa6e73344b" providerId="AD" clId="Web-{55D7E4D4-59CE-488E-0361-0C8A380FC2F5}" dt="2025-04-17T23:45:24.250" v="921" actId="1076"/>
      <pc:docMkLst>
        <pc:docMk/>
      </pc:docMkLst>
      <pc:sldChg chg="addSp delSp modSp">
        <pc:chgData name="Banik, Arpa" userId="S::abanik@falcon.bentley.edu::73615e92-7b37-4e0f-8766-e4fa6e73344b" providerId="AD" clId="Web-{55D7E4D4-59CE-488E-0361-0C8A380FC2F5}" dt="2025-04-17T23:45:24.250" v="921" actId="1076"/>
        <pc:sldMkLst>
          <pc:docMk/>
          <pc:sldMk cId="0" sldId="256"/>
        </pc:sldMkLst>
        <pc:spChg chg="add del mod">
          <ac:chgData name="Banik, Arpa" userId="S::abanik@falcon.bentley.edu::73615e92-7b37-4e0f-8766-e4fa6e73344b" providerId="AD" clId="Web-{55D7E4D4-59CE-488E-0361-0C8A380FC2F5}" dt="2025-04-17T23:44:57.483" v="913"/>
          <ac:spMkLst>
            <pc:docMk/>
            <pc:sldMk cId="0" sldId="256"/>
            <ac:spMk id="2" creationId="{67F56624-3B1C-E86D-2FD4-45866201AFD2}"/>
          </ac:spMkLst>
        </pc:spChg>
        <pc:spChg chg="add mod">
          <ac:chgData name="Banik, Arpa" userId="S::abanik@falcon.bentley.edu::73615e92-7b37-4e0f-8766-e4fa6e73344b" providerId="AD" clId="Web-{55D7E4D4-59CE-488E-0361-0C8A380FC2F5}" dt="2025-04-17T23:45:24.250" v="921" actId="1076"/>
          <ac:spMkLst>
            <pc:docMk/>
            <pc:sldMk cId="0" sldId="256"/>
            <ac:spMk id="4" creationId="{40C0F3B8-6238-4D1D-61A0-1135BF288E25}"/>
          </ac:spMkLst>
        </pc:spChg>
        <pc:spChg chg="mod">
          <ac:chgData name="Banik, Arpa" userId="S::abanik@falcon.bentley.edu::73615e92-7b37-4e0f-8766-e4fa6e73344b" providerId="AD" clId="Web-{55D7E4D4-59CE-488E-0361-0C8A380FC2F5}" dt="2025-04-17T23:01:38.566" v="52" actId="20577"/>
          <ac:spMkLst>
            <pc:docMk/>
            <pc:sldMk cId="0" sldId="256"/>
            <ac:spMk id="120" creationId="{00000000-0000-0000-0000-000000000000}"/>
          </ac:spMkLst>
        </pc:spChg>
        <pc:grpChg chg="mod">
          <ac:chgData name="Banik, Arpa" userId="S::abanik@falcon.bentley.edu::73615e92-7b37-4e0f-8766-e4fa6e73344b" providerId="AD" clId="Web-{55D7E4D4-59CE-488E-0361-0C8A380FC2F5}" dt="2025-04-17T23:44:46.154" v="909" actId="1076"/>
          <ac:grpSpMkLst>
            <pc:docMk/>
            <pc:sldMk cId="0" sldId="256"/>
            <ac:grpSpMk id="114" creationId="{00000000-0000-0000-0000-000000000000}"/>
          </ac:grpSpMkLst>
        </pc:grpChg>
        <pc:picChg chg="del">
          <ac:chgData name="Banik, Arpa" userId="S::abanik@falcon.bentley.edu::73615e92-7b37-4e0f-8766-e4fa6e73344b" providerId="AD" clId="Web-{55D7E4D4-59CE-488E-0361-0C8A380FC2F5}" dt="2025-04-17T23:44:47.545" v="910"/>
          <ac:picMkLst>
            <pc:docMk/>
            <pc:sldMk cId="0" sldId="256"/>
            <ac:picMk id="3" creationId="{1FE3E981-2C76-35E7-72D0-1FD01FE8F7CA}"/>
          </ac:picMkLst>
        </pc:picChg>
        <pc:picChg chg="del">
          <ac:chgData name="Banik, Arpa" userId="S::abanik@falcon.bentley.edu::73615e92-7b37-4e0f-8766-e4fa6e73344b" providerId="AD" clId="Web-{55D7E4D4-59CE-488E-0361-0C8A380FC2F5}" dt="2025-04-17T23:01:49.145" v="53"/>
          <ac:picMkLst>
            <pc:docMk/>
            <pc:sldMk cId="0" sldId="256"/>
            <ac:picMk id="118" creationId="{00000000-0000-0000-0000-000000000000}"/>
          </ac:picMkLst>
        </pc:picChg>
      </pc:sldChg>
      <pc:sldChg chg="addSp delSp modSp">
        <pc:chgData name="Banik, Arpa" userId="S::abanik@falcon.bentley.edu::73615e92-7b37-4e0f-8766-e4fa6e73344b" providerId="AD" clId="Web-{55D7E4D4-59CE-488E-0361-0C8A380FC2F5}" dt="2025-04-17T23:05:48.553" v="136" actId="14100"/>
        <pc:sldMkLst>
          <pc:docMk/>
          <pc:sldMk cId="0" sldId="257"/>
        </pc:sldMkLst>
        <pc:spChg chg="add mod">
          <ac:chgData name="Banik, Arpa" userId="S::abanik@falcon.bentley.edu::73615e92-7b37-4e0f-8766-e4fa6e73344b" providerId="AD" clId="Web-{55D7E4D4-59CE-488E-0361-0C8A380FC2F5}" dt="2025-04-17T23:05:48.553" v="136" actId="14100"/>
          <ac:spMkLst>
            <pc:docMk/>
            <pc:sldMk cId="0" sldId="257"/>
            <ac:spMk id="2" creationId="{AEB821C7-2D3C-B27D-D1F5-BAF26ECC1E73}"/>
          </ac:spMkLst>
        </pc:spChg>
        <pc:spChg chg="mod">
          <ac:chgData name="Banik, Arpa" userId="S::abanik@falcon.bentley.edu::73615e92-7b37-4e0f-8766-e4fa6e73344b" providerId="AD" clId="Web-{55D7E4D4-59CE-488E-0361-0C8A380FC2F5}" dt="2025-04-17T23:03:32.418" v="94" actId="20577"/>
          <ac:spMkLst>
            <pc:docMk/>
            <pc:sldMk cId="0" sldId="257"/>
            <ac:spMk id="149" creationId="{00000000-0000-0000-0000-000000000000}"/>
          </ac:spMkLst>
        </pc:spChg>
        <pc:spChg chg="del">
          <ac:chgData name="Banik, Arpa" userId="S::abanik@falcon.bentley.edu::73615e92-7b37-4e0f-8766-e4fa6e73344b" providerId="AD" clId="Web-{55D7E4D4-59CE-488E-0361-0C8A380FC2F5}" dt="2025-04-17T23:03:38.903" v="102"/>
          <ac:spMkLst>
            <pc:docMk/>
            <pc:sldMk cId="0" sldId="257"/>
            <ac:spMk id="150" creationId="{00000000-0000-0000-0000-000000000000}"/>
          </ac:spMkLst>
        </pc:spChg>
        <pc:spChg chg="del">
          <ac:chgData name="Banik, Arpa" userId="S::abanik@falcon.bentley.edu::73615e92-7b37-4e0f-8766-e4fa6e73344b" providerId="AD" clId="Web-{55D7E4D4-59CE-488E-0361-0C8A380FC2F5}" dt="2025-04-17T23:03:38.903" v="101"/>
          <ac:spMkLst>
            <pc:docMk/>
            <pc:sldMk cId="0" sldId="257"/>
            <ac:spMk id="151" creationId="{00000000-0000-0000-0000-000000000000}"/>
          </ac:spMkLst>
        </pc:spChg>
        <pc:spChg chg="del">
          <ac:chgData name="Banik, Arpa" userId="S::abanik@falcon.bentley.edu::73615e92-7b37-4e0f-8766-e4fa6e73344b" providerId="AD" clId="Web-{55D7E4D4-59CE-488E-0361-0C8A380FC2F5}" dt="2025-04-17T23:03:50.904" v="111"/>
          <ac:spMkLst>
            <pc:docMk/>
            <pc:sldMk cId="0" sldId="257"/>
            <ac:spMk id="152" creationId="{00000000-0000-0000-0000-000000000000}"/>
          </ac:spMkLst>
        </pc:spChg>
        <pc:spChg chg="del">
          <ac:chgData name="Banik, Arpa" userId="S::abanik@falcon.bentley.edu::73615e92-7b37-4e0f-8766-e4fa6e73344b" providerId="AD" clId="Web-{55D7E4D4-59CE-488E-0361-0C8A380FC2F5}" dt="2025-04-17T23:03:50.904" v="110"/>
          <ac:spMkLst>
            <pc:docMk/>
            <pc:sldMk cId="0" sldId="257"/>
            <ac:spMk id="153" creationId="{00000000-0000-0000-0000-000000000000}"/>
          </ac:spMkLst>
        </pc:spChg>
        <pc:spChg chg="del">
          <ac:chgData name="Banik, Arpa" userId="S::abanik@falcon.bentley.edu::73615e92-7b37-4e0f-8766-e4fa6e73344b" providerId="AD" clId="Web-{55D7E4D4-59CE-488E-0361-0C8A380FC2F5}" dt="2025-04-17T23:03:38.903" v="100"/>
          <ac:spMkLst>
            <pc:docMk/>
            <pc:sldMk cId="0" sldId="257"/>
            <ac:spMk id="154" creationId="{00000000-0000-0000-0000-000000000000}"/>
          </ac:spMkLst>
        </pc:spChg>
        <pc:spChg chg="del">
          <ac:chgData name="Banik, Arpa" userId="S::abanik@falcon.bentley.edu::73615e92-7b37-4e0f-8766-e4fa6e73344b" providerId="AD" clId="Web-{55D7E4D4-59CE-488E-0361-0C8A380FC2F5}" dt="2025-04-17T23:03:38.903" v="99"/>
          <ac:spMkLst>
            <pc:docMk/>
            <pc:sldMk cId="0" sldId="257"/>
            <ac:spMk id="155" creationId="{00000000-0000-0000-0000-000000000000}"/>
          </ac:spMkLst>
        </pc:spChg>
        <pc:spChg chg="del mod">
          <ac:chgData name="Banik, Arpa" userId="S::abanik@falcon.bentley.edu::73615e92-7b37-4e0f-8766-e4fa6e73344b" providerId="AD" clId="Web-{55D7E4D4-59CE-488E-0361-0C8A380FC2F5}" dt="2025-04-17T23:03:43.856" v="107"/>
          <ac:spMkLst>
            <pc:docMk/>
            <pc:sldMk cId="0" sldId="257"/>
            <ac:spMk id="156" creationId="{00000000-0000-0000-0000-000000000000}"/>
          </ac:spMkLst>
        </pc:spChg>
        <pc:spChg chg="del">
          <ac:chgData name="Banik, Arpa" userId="S::abanik@falcon.bentley.edu::73615e92-7b37-4e0f-8766-e4fa6e73344b" providerId="AD" clId="Web-{55D7E4D4-59CE-488E-0361-0C8A380FC2F5}" dt="2025-04-17T23:03:38.903" v="98"/>
          <ac:spMkLst>
            <pc:docMk/>
            <pc:sldMk cId="0" sldId="257"/>
            <ac:spMk id="157" creationId="{00000000-0000-0000-0000-000000000000}"/>
          </ac:spMkLst>
        </pc:spChg>
        <pc:spChg chg="del">
          <ac:chgData name="Banik, Arpa" userId="S::abanik@falcon.bentley.edu::73615e92-7b37-4e0f-8766-e4fa6e73344b" providerId="AD" clId="Web-{55D7E4D4-59CE-488E-0361-0C8A380FC2F5}" dt="2025-04-17T23:03:38.903" v="97"/>
          <ac:spMkLst>
            <pc:docMk/>
            <pc:sldMk cId="0" sldId="257"/>
            <ac:spMk id="158" creationId="{00000000-0000-0000-0000-000000000000}"/>
          </ac:spMkLst>
        </pc:spChg>
        <pc:grpChg chg="mod">
          <ac:chgData name="Banik, Arpa" userId="S::abanik@falcon.bentley.edu::73615e92-7b37-4e0f-8766-e4fa6e73344b" providerId="AD" clId="Web-{55D7E4D4-59CE-488E-0361-0C8A380FC2F5}" dt="2025-04-17T23:03:57.842" v="114" actId="14100"/>
          <ac:grpSpMkLst>
            <pc:docMk/>
            <pc:sldMk cId="0" sldId="257"/>
            <ac:grpSpMk id="131" creationId="{00000000-0000-0000-0000-000000000000}"/>
          </ac:grpSpMkLst>
        </pc:grpChg>
        <pc:grpChg chg="mod">
          <ac:chgData name="Banik, Arpa" userId="S::abanik@falcon.bentley.edu::73615e92-7b37-4e0f-8766-e4fa6e73344b" providerId="AD" clId="Web-{55D7E4D4-59CE-488E-0361-0C8A380FC2F5}" dt="2025-04-17T23:04:03.436" v="115" actId="1076"/>
          <ac:grpSpMkLst>
            <pc:docMk/>
            <pc:sldMk cId="0" sldId="257"/>
            <ac:grpSpMk id="134" creationId="{00000000-0000-0000-0000-000000000000}"/>
          </ac:grpSpMkLst>
        </pc:grpChg>
        <pc:grpChg chg="del">
          <ac:chgData name="Banik, Arpa" userId="S::abanik@falcon.bentley.edu::73615e92-7b37-4e0f-8766-e4fa6e73344b" providerId="AD" clId="Web-{55D7E4D4-59CE-488E-0361-0C8A380FC2F5}" dt="2025-04-17T23:03:32.965" v="95"/>
          <ac:grpSpMkLst>
            <pc:docMk/>
            <pc:sldMk cId="0" sldId="257"/>
            <ac:grpSpMk id="137" creationId="{00000000-0000-0000-0000-000000000000}"/>
          </ac:grpSpMkLst>
        </pc:grpChg>
        <pc:grpChg chg="del">
          <ac:chgData name="Banik, Arpa" userId="S::abanik@falcon.bentley.edu::73615e92-7b37-4e0f-8766-e4fa6e73344b" providerId="AD" clId="Web-{55D7E4D4-59CE-488E-0361-0C8A380FC2F5}" dt="2025-04-17T23:03:38.903" v="104"/>
          <ac:grpSpMkLst>
            <pc:docMk/>
            <pc:sldMk cId="0" sldId="257"/>
            <ac:grpSpMk id="140" creationId="{00000000-0000-0000-0000-000000000000}"/>
          </ac:grpSpMkLst>
        </pc:grpChg>
        <pc:grpChg chg="del">
          <ac:chgData name="Banik, Arpa" userId="S::abanik@falcon.bentley.edu::73615e92-7b37-4e0f-8766-e4fa6e73344b" providerId="AD" clId="Web-{55D7E4D4-59CE-488E-0361-0C8A380FC2F5}" dt="2025-04-17T23:03:34.152" v="96"/>
          <ac:grpSpMkLst>
            <pc:docMk/>
            <pc:sldMk cId="0" sldId="257"/>
            <ac:grpSpMk id="143" creationId="{00000000-0000-0000-0000-000000000000}"/>
          </ac:grpSpMkLst>
        </pc:grpChg>
        <pc:grpChg chg="del">
          <ac:chgData name="Banik, Arpa" userId="S::abanik@falcon.bentley.edu::73615e92-7b37-4e0f-8766-e4fa6e73344b" providerId="AD" clId="Web-{55D7E4D4-59CE-488E-0361-0C8A380FC2F5}" dt="2025-04-17T23:03:38.903" v="103"/>
          <ac:grpSpMkLst>
            <pc:docMk/>
            <pc:sldMk cId="0" sldId="257"/>
            <ac:grpSpMk id="146" creationId="{00000000-0000-0000-0000-000000000000}"/>
          </ac:grpSpMkLst>
        </pc:grpChg>
      </pc:sldChg>
      <pc:sldChg chg="addSp delSp modSp">
        <pc:chgData name="Banik, Arpa" userId="S::abanik@falcon.bentley.edu::73615e92-7b37-4e0f-8766-e4fa6e73344b" providerId="AD" clId="Web-{55D7E4D4-59CE-488E-0361-0C8A380FC2F5}" dt="2025-04-17T23:12:05.735" v="276" actId="20577"/>
        <pc:sldMkLst>
          <pc:docMk/>
          <pc:sldMk cId="0" sldId="258"/>
        </pc:sldMkLst>
        <pc:spChg chg="add mod">
          <ac:chgData name="Banik, Arpa" userId="S::abanik@falcon.bentley.edu::73615e92-7b37-4e0f-8766-e4fa6e73344b" providerId="AD" clId="Web-{55D7E4D4-59CE-488E-0361-0C8A380FC2F5}" dt="2025-04-17T23:08:08.406" v="185" actId="20577"/>
          <ac:spMkLst>
            <pc:docMk/>
            <pc:sldMk cId="0" sldId="258"/>
            <ac:spMk id="2" creationId="{DAB2724D-9EAB-863F-A31C-DBD2AFA5EE99}"/>
          </ac:spMkLst>
        </pc:spChg>
        <pc:spChg chg="mod">
          <ac:chgData name="Banik, Arpa" userId="S::abanik@falcon.bentley.edu::73615e92-7b37-4e0f-8766-e4fa6e73344b" providerId="AD" clId="Web-{55D7E4D4-59CE-488E-0361-0C8A380FC2F5}" dt="2025-04-17T23:08:23.126" v="190" actId="14100"/>
          <ac:spMkLst>
            <pc:docMk/>
            <pc:sldMk cId="0" sldId="258"/>
            <ac:spMk id="5" creationId="{3240D5B3-248E-1527-8353-BDF9D60F3F27}"/>
          </ac:spMkLst>
        </pc:spChg>
        <pc:spChg chg="add mod">
          <ac:chgData name="Banik, Arpa" userId="S::abanik@falcon.bentley.edu::73615e92-7b37-4e0f-8766-e4fa6e73344b" providerId="AD" clId="Web-{55D7E4D4-59CE-488E-0361-0C8A380FC2F5}" dt="2025-04-17T23:08:42.846" v="196" actId="14100"/>
          <ac:spMkLst>
            <pc:docMk/>
            <pc:sldMk cId="0" sldId="258"/>
            <ac:spMk id="7" creationId="{A6474E1D-F9E3-B224-246D-2B672D2F5BD1}"/>
          </ac:spMkLst>
        </pc:spChg>
        <pc:spChg chg="mod">
          <ac:chgData name="Banik, Arpa" userId="S::abanik@falcon.bentley.edu::73615e92-7b37-4e0f-8766-e4fa6e73344b" providerId="AD" clId="Web-{55D7E4D4-59CE-488E-0361-0C8A380FC2F5}" dt="2025-04-17T23:12:05.735" v="276" actId="20577"/>
          <ac:spMkLst>
            <pc:docMk/>
            <pc:sldMk cId="0" sldId="258"/>
            <ac:spMk id="175" creationId="{00000000-0000-0000-0000-000000000000}"/>
          </ac:spMkLst>
        </pc:spChg>
        <pc:spChg chg="del mod">
          <ac:chgData name="Banik, Arpa" userId="S::abanik@falcon.bentley.edu::73615e92-7b37-4e0f-8766-e4fa6e73344b" providerId="AD" clId="Web-{55D7E4D4-59CE-488E-0361-0C8A380FC2F5}" dt="2025-04-17T23:06:50.932" v="171"/>
          <ac:spMkLst>
            <pc:docMk/>
            <pc:sldMk cId="0" sldId="258"/>
            <ac:spMk id="176" creationId="{00000000-0000-0000-0000-000000000000}"/>
          </ac:spMkLst>
        </pc:spChg>
        <pc:grpChg chg="add mod">
          <ac:chgData name="Banik, Arpa" userId="S::abanik@falcon.bentley.edu::73615e92-7b37-4e0f-8766-e4fa6e73344b" providerId="AD" clId="Web-{55D7E4D4-59CE-488E-0361-0C8A380FC2F5}" dt="2025-04-17T23:08:18.844" v="189" actId="1076"/>
          <ac:grpSpMkLst>
            <pc:docMk/>
            <pc:sldMk cId="0" sldId="258"/>
            <ac:grpSpMk id="6" creationId="{BAF7E4E1-D8C8-7A12-8F11-F2A21ACC9592}"/>
          </ac:grpSpMkLst>
        </pc:grpChg>
        <pc:grpChg chg="mod">
          <ac:chgData name="Banik, Arpa" userId="S::abanik@falcon.bentley.edu::73615e92-7b37-4e0f-8766-e4fa6e73344b" providerId="AD" clId="Web-{55D7E4D4-59CE-488E-0361-0C8A380FC2F5}" dt="2025-04-17T23:08:15.969" v="187" actId="1076"/>
          <ac:grpSpMkLst>
            <pc:docMk/>
            <pc:sldMk cId="0" sldId="258"/>
            <ac:grpSpMk id="177" creationId="{00000000-0000-0000-0000-000000000000}"/>
          </ac:grpSpMkLst>
        </pc:grpChg>
        <pc:picChg chg="del">
          <ac:chgData name="Banik, Arpa" userId="S::abanik@falcon.bentley.edu::73615e92-7b37-4e0f-8766-e4fa6e73344b" providerId="AD" clId="Web-{55D7E4D4-59CE-488E-0361-0C8A380FC2F5}" dt="2025-04-17T23:07:42.279" v="174"/>
          <ac:picMkLst>
            <pc:docMk/>
            <pc:sldMk cId="0" sldId="258"/>
            <ac:picMk id="171" creationId="{00000000-0000-0000-0000-000000000000}"/>
          </ac:picMkLst>
        </pc:picChg>
      </pc:sldChg>
      <pc:sldChg chg="del">
        <pc:chgData name="Banik, Arpa" userId="S::abanik@falcon.bentley.edu::73615e92-7b37-4e0f-8766-e4fa6e73344b" providerId="AD" clId="Web-{55D7E4D4-59CE-488E-0361-0C8A380FC2F5}" dt="2025-04-17T23:07:24.684" v="172"/>
        <pc:sldMkLst>
          <pc:docMk/>
          <pc:sldMk cId="0" sldId="259"/>
        </pc:sldMkLst>
      </pc:sldChg>
      <pc:sldChg chg="delSp modSp">
        <pc:chgData name="Banik, Arpa" userId="S::abanik@falcon.bentley.edu::73615e92-7b37-4e0f-8766-e4fa6e73344b" providerId="AD" clId="Web-{55D7E4D4-59CE-488E-0361-0C8A380FC2F5}" dt="2025-04-17T23:20:13.738" v="441" actId="20577"/>
        <pc:sldMkLst>
          <pc:docMk/>
          <pc:sldMk cId="0" sldId="260"/>
        </pc:sldMkLst>
        <pc:spChg chg="del topLvl">
          <ac:chgData name="Banik, Arpa" userId="S::abanik@falcon.bentley.edu::73615e92-7b37-4e0f-8766-e4fa6e73344b" providerId="AD" clId="Web-{55D7E4D4-59CE-488E-0361-0C8A380FC2F5}" dt="2025-04-17T23:19:23.844" v="421"/>
          <ac:spMkLst>
            <pc:docMk/>
            <pc:sldMk cId="0" sldId="260"/>
            <ac:spMk id="216" creationId="{00000000-0000-0000-0000-000000000000}"/>
          </ac:spMkLst>
        </pc:spChg>
        <pc:spChg chg="topLvl">
          <ac:chgData name="Banik, Arpa" userId="S::abanik@falcon.bentley.edu::73615e92-7b37-4e0f-8766-e4fa6e73344b" providerId="AD" clId="Web-{55D7E4D4-59CE-488E-0361-0C8A380FC2F5}" dt="2025-04-17T23:19:23.844" v="421"/>
          <ac:spMkLst>
            <pc:docMk/>
            <pc:sldMk cId="0" sldId="260"/>
            <ac:spMk id="217" creationId="{00000000-0000-0000-0000-000000000000}"/>
          </ac:spMkLst>
        </pc:spChg>
        <pc:spChg chg="mod">
          <ac:chgData name="Banik, Arpa" userId="S::abanik@falcon.bentley.edu::73615e92-7b37-4e0f-8766-e4fa6e73344b" providerId="AD" clId="Web-{55D7E4D4-59CE-488E-0361-0C8A380FC2F5}" dt="2025-04-17T23:19:01.796" v="413" actId="14100"/>
          <ac:spMkLst>
            <pc:docMk/>
            <pc:sldMk cId="0" sldId="260"/>
            <ac:spMk id="218" creationId="{00000000-0000-0000-0000-000000000000}"/>
          </ac:spMkLst>
        </pc:spChg>
        <pc:spChg chg="del">
          <ac:chgData name="Banik, Arpa" userId="S::abanik@falcon.bentley.edu::73615e92-7b37-4e0f-8766-e4fa6e73344b" providerId="AD" clId="Web-{55D7E4D4-59CE-488E-0361-0C8A380FC2F5}" dt="2025-04-17T23:19:14.359" v="416"/>
          <ac:spMkLst>
            <pc:docMk/>
            <pc:sldMk cId="0" sldId="260"/>
            <ac:spMk id="219" creationId="{00000000-0000-0000-0000-000000000000}"/>
          </ac:spMkLst>
        </pc:spChg>
        <pc:spChg chg="mod">
          <ac:chgData name="Banik, Arpa" userId="S::abanik@falcon.bentley.edu::73615e92-7b37-4e0f-8766-e4fa6e73344b" providerId="AD" clId="Web-{55D7E4D4-59CE-488E-0361-0C8A380FC2F5}" dt="2025-04-17T23:20:13.738" v="441" actId="20577"/>
          <ac:spMkLst>
            <pc:docMk/>
            <pc:sldMk cId="0" sldId="260"/>
            <ac:spMk id="220" creationId="{00000000-0000-0000-0000-000000000000}"/>
          </ac:spMkLst>
        </pc:spChg>
        <pc:spChg chg="del">
          <ac:chgData name="Banik, Arpa" userId="S::abanik@falcon.bentley.edu::73615e92-7b37-4e0f-8766-e4fa6e73344b" providerId="AD" clId="Web-{55D7E4D4-59CE-488E-0361-0C8A380FC2F5}" dt="2025-04-17T23:19:14.359" v="415"/>
          <ac:spMkLst>
            <pc:docMk/>
            <pc:sldMk cId="0" sldId="260"/>
            <ac:spMk id="221" creationId="{00000000-0000-0000-0000-000000000000}"/>
          </ac:spMkLst>
        </pc:spChg>
        <pc:spChg chg="del">
          <ac:chgData name="Banik, Arpa" userId="S::abanik@falcon.bentley.edu::73615e92-7b37-4e0f-8766-e4fa6e73344b" providerId="AD" clId="Web-{55D7E4D4-59CE-488E-0361-0C8A380FC2F5}" dt="2025-04-17T23:19:14.359" v="414"/>
          <ac:spMkLst>
            <pc:docMk/>
            <pc:sldMk cId="0" sldId="260"/>
            <ac:spMk id="222" creationId="{00000000-0000-0000-0000-000000000000}"/>
          </ac:spMkLst>
        </pc:spChg>
        <pc:grpChg chg="del">
          <ac:chgData name="Banik, Arpa" userId="S::abanik@falcon.bentley.edu::73615e92-7b37-4e0f-8766-e4fa6e73344b" providerId="AD" clId="Web-{55D7E4D4-59CE-488E-0361-0C8A380FC2F5}" dt="2025-04-17T23:19:33.845" v="424"/>
          <ac:grpSpMkLst>
            <pc:docMk/>
            <pc:sldMk cId="0" sldId="260"/>
            <ac:grpSpMk id="212" creationId="{00000000-0000-0000-0000-000000000000}"/>
          </ac:grpSpMkLst>
        </pc:grpChg>
        <pc:grpChg chg="del">
          <ac:chgData name="Banik, Arpa" userId="S::abanik@falcon.bentley.edu::73615e92-7b37-4e0f-8766-e4fa6e73344b" providerId="AD" clId="Web-{55D7E4D4-59CE-488E-0361-0C8A380FC2F5}" dt="2025-04-17T23:19:23.844" v="421"/>
          <ac:grpSpMkLst>
            <pc:docMk/>
            <pc:sldMk cId="0" sldId="260"/>
            <ac:grpSpMk id="215" creationId="{00000000-0000-0000-0000-000000000000}"/>
          </ac:grpSpMkLst>
        </pc:grpChg>
        <pc:picChg chg="del">
          <ac:chgData name="Banik, Arpa" userId="S::abanik@falcon.bentley.edu::73615e92-7b37-4e0f-8766-e4fa6e73344b" providerId="AD" clId="Web-{55D7E4D4-59CE-488E-0361-0C8A380FC2F5}" dt="2025-04-17T23:18:50.717" v="410"/>
          <ac:picMkLst>
            <pc:docMk/>
            <pc:sldMk cId="0" sldId="260"/>
            <ac:picMk id="208" creationId="{00000000-0000-0000-0000-000000000000}"/>
          </ac:picMkLst>
        </pc:picChg>
        <pc:picChg chg="del">
          <ac:chgData name="Banik, Arpa" userId="S::abanik@falcon.bentley.edu::73615e92-7b37-4e0f-8766-e4fa6e73344b" providerId="AD" clId="Web-{55D7E4D4-59CE-488E-0361-0C8A380FC2F5}" dt="2025-04-17T23:19:25.766" v="422"/>
          <ac:picMkLst>
            <pc:docMk/>
            <pc:sldMk cId="0" sldId="260"/>
            <ac:picMk id="232" creationId="{00000000-0000-0000-0000-000000000000}"/>
          </ac:picMkLst>
        </pc:picChg>
        <pc:picChg chg="del">
          <ac:chgData name="Banik, Arpa" userId="S::abanik@falcon.bentley.edu::73615e92-7b37-4e0f-8766-e4fa6e73344b" providerId="AD" clId="Web-{55D7E4D4-59CE-488E-0361-0C8A380FC2F5}" dt="2025-04-17T23:19:27.282" v="423"/>
          <ac:picMkLst>
            <pc:docMk/>
            <pc:sldMk cId="0" sldId="260"/>
            <ac:picMk id="233" creationId="{00000000-0000-0000-0000-000000000000}"/>
          </ac:picMkLst>
        </pc:picChg>
      </pc:sldChg>
      <pc:sldChg chg="addSp delSp modSp">
        <pc:chgData name="Banik, Arpa" userId="S::abanik@falcon.bentley.edu::73615e92-7b37-4e0f-8766-e4fa6e73344b" providerId="AD" clId="Web-{55D7E4D4-59CE-488E-0361-0C8A380FC2F5}" dt="2025-04-17T23:25:43.433" v="538" actId="1076"/>
        <pc:sldMkLst>
          <pc:docMk/>
          <pc:sldMk cId="0" sldId="261"/>
        </pc:sldMkLst>
        <pc:spChg chg="add mod">
          <ac:chgData name="Banik, Arpa" userId="S::abanik@falcon.bentley.edu::73615e92-7b37-4e0f-8766-e4fa6e73344b" providerId="AD" clId="Web-{55D7E4D4-59CE-488E-0361-0C8A380FC2F5}" dt="2025-04-17T23:25:39.652" v="537" actId="14100"/>
          <ac:spMkLst>
            <pc:docMk/>
            <pc:sldMk cId="0" sldId="261"/>
            <ac:spMk id="2" creationId="{FF0ACBD8-3DDF-6E39-F599-9CA15A10FE23}"/>
          </ac:spMkLst>
        </pc:spChg>
        <pc:spChg chg="mod">
          <ac:chgData name="Banik, Arpa" userId="S::abanik@falcon.bentley.edu::73615e92-7b37-4e0f-8766-e4fa6e73344b" providerId="AD" clId="Web-{55D7E4D4-59CE-488E-0361-0C8A380FC2F5}" dt="2025-04-17T23:25:34.433" v="536" actId="1076"/>
          <ac:spMkLst>
            <pc:docMk/>
            <pc:sldMk cId="0" sldId="261"/>
            <ac:spMk id="250" creationId="{00000000-0000-0000-0000-000000000000}"/>
          </ac:spMkLst>
        </pc:spChg>
        <pc:spChg chg="del mod">
          <ac:chgData name="Banik, Arpa" userId="S::abanik@falcon.bentley.edu::73615e92-7b37-4e0f-8766-e4fa6e73344b" providerId="AD" clId="Web-{55D7E4D4-59CE-488E-0361-0C8A380FC2F5}" dt="2025-04-17T23:23:40.221" v="497"/>
          <ac:spMkLst>
            <pc:docMk/>
            <pc:sldMk cId="0" sldId="261"/>
            <ac:spMk id="251" creationId="{00000000-0000-0000-0000-000000000000}"/>
          </ac:spMkLst>
        </pc:spChg>
        <pc:spChg chg="del">
          <ac:chgData name="Banik, Arpa" userId="S::abanik@falcon.bentley.edu::73615e92-7b37-4e0f-8766-e4fa6e73344b" providerId="AD" clId="Web-{55D7E4D4-59CE-488E-0361-0C8A380FC2F5}" dt="2025-04-17T23:23:40.221" v="496"/>
          <ac:spMkLst>
            <pc:docMk/>
            <pc:sldMk cId="0" sldId="261"/>
            <ac:spMk id="252" creationId="{00000000-0000-0000-0000-000000000000}"/>
          </ac:spMkLst>
        </pc:spChg>
        <pc:spChg chg="del">
          <ac:chgData name="Banik, Arpa" userId="S::abanik@falcon.bentley.edu::73615e92-7b37-4e0f-8766-e4fa6e73344b" providerId="AD" clId="Web-{55D7E4D4-59CE-488E-0361-0C8A380FC2F5}" dt="2025-04-17T23:23:34.003" v="491"/>
          <ac:spMkLst>
            <pc:docMk/>
            <pc:sldMk cId="0" sldId="261"/>
            <ac:spMk id="253" creationId="{00000000-0000-0000-0000-000000000000}"/>
          </ac:spMkLst>
        </pc:spChg>
        <pc:spChg chg="del">
          <ac:chgData name="Banik, Arpa" userId="S::abanik@falcon.bentley.edu::73615e92-7b37-4e0f-8766-e4fa6e73344b" providerId="AD" clId="Web-{55D7E4D4-59CE-488E-0361-0C8A380FC2F5}" dt="2025-04-17T23:23:34.003" v="490"/>
          <ac:spMkLst>
            <pc:docMk/>
            <pc:sldMk cId="0" sldId="261"/>
            <ac:spMk id="254" creationId="{00000000-0000-0000-0000-000000000000}"/>
          </ac:spMkLst>
        </pc:spChg>
        <pc:grpChg chg="del">
          <ac:chgData name="Banik, Arpa" userId="S::abanik@falcon.bentley.edu::73615e92-7b37-4e0f-8766-e4fa6e73344b" providerId="AD" clId="Web-{55D7E4D4-59CE-488E-0361-0C8A380FC2F5}" dt="2025-04-17T23:23:27.283" v="487"/>
          <ac:grpSpMkLst>
            <pc:docMk/>
            <pc:sldMk cId="0" sldId="261"/>
            <ac:grpSpMk id="238" creationId="{00000000-0000-0000-0000-000000000000}"/>
          </ac:grpSpMkLst>
        </pc:grpChg>
        <pc:grpChg chg="del">
          <ac:chgData name="Banik, Arpa" userId="S::abanik@falcon.bentley.edu::73615e92-7b37-4e0f-8766-e4fa6e73344b" providerId="AD" clId="Web-{55D7E4D4-59CE-488E-0361-0C8A380FC2F5}" dt="2025-04-17T23:23:26.095" v="486"/>
          <ac:grpSpMkLst>
            <pc:docMk/>
            <pc:sldMk cId="0" sldId="261"/>
            <ac:grpSpMk id="241" creationId="{00000000-0000-0000-0000-000000000000}"/>
          </ac:grpSpMkLst>
        </pc:grpChg>
        <pc:grpChg chg="del">
          <ac:chgData name="Banik, Arpa" userId="S::abanik@falcon.bentley.edu::73615e92-7b37-4e0f-8766-e4fa6e73344b" providerId="AD" clId="Web-{55D7E4D4-59CE-488E-0361-0C8A380FC2F5}" dt="2025-04-17T23:23:34.003" v="493"/>
          <ac:grpSpMkLst>
            <pc:docMk/>
            <pc:sldMk cId="0" sldId="261"/>
            <ac:grpSpMk id="244" creationId="{00000000-0000-0000-0000-000000000000}"/>
          </ac:grpSpMkLst>
        </pc:grpChg>
        <pc:grpChg chg="del">
          <ac:chgData name="Banik, Arpa" userId="S::abanik@falcon.bentley.edu::73615e92-7b37-4e0f-8766-e4fa6e73344b" providerId="AD" clId="Web-{55D7E4D4-59CE-488E-0361-0C8A380FC2F5}" dt="2025-04-17T23:23:34.003" v="492"/>
          <ac:grpSpMkLst>
            <pc:docMk/>
            <pc:sldMk cId="0" sldId="261"/>
            <ac:grpSpMk id="247" creationId="{00000000-0000-0000-0000-000000000000}"/>
          </ac:grpSpMkLst>
        </pc:grpChg>
        <pc:picChg chg="del">
          <ac:chgData name="Banik, Arpa" userId="S::abanik@falcon.bentley.edu::73615e92-7b37-4e0f-8766-e4fa6e73344b" providerId="AD" clId="Web-{55D7E4D4-59CE-488E-0361-0C8A380FC2F5}" dt="2025-04-17T23:23:38.128" v="495"/>
          <ac:picMkLst>
            <pc:docMk/>
            <pc:sldMk cId="0" sldId="261"/>
            <ac:picMk id="264" creationId="{00000000-0000-0000-0000-000000000000}"/>
          </ac:picMkLst>
        </pc:picChg>
        <pc:picChg chg="del">
          <ac:chgData name="Banik, Arpa" userId="S::abanik@falcon.bentley.edu::73615e92-7b37-4e0f-8766-e4fa6e73344b" providerId="AD" clId="Web-{55D7E4D4-59CE-488E-0361-0C8A380FC2F5}" dt="2025-04-17T23:23:38.128" v="494"/>
          <ac:picMkLst>
            <pc:docMk/>
            <pc:sldMk cId="0" sldId="261"/>
            <ac:picMk id="265" creationId="{00000000-0000-0000-0000-000000000000}"/>
          </ac:picMkLst>
        </pc:picChg>
        <pc:picChg chg="mod">
          <ac:chgData name="Banik, Arpa" userId="S::abanik@falcon.bentley.edu::73615e92-7b37-4e0f-8766-e4fa6e73344b" providerId="AD" clId="Web-{55D7E4D4-59CE-488E-0361-0C8A380FC2F5}" dt="2025-04-17T23:25:43.433" v="538" actId="1076"/>
          <ac:picMkLst>
            <pc:docMk/>
            <pc:sldMk cId="0" sldId="261"/>
            <ac:picMk id="268" creationId="{00000000-0000-0000-0000-000000000000}"/>
          </ac:picMkLst>
        </pc:picChg>
      </pc:sldChg>
      <pc:sldChg chg="addSp delSp modSp">
        <pc:chgData name="Banik, Arpa" userId="S::abanik@falcon.bentley.edu::73615e92-7b37-4e0f-8766-e4fa6e73344b" providerId="AD" clId="Web-{55D7E4D4-59CE-488E-0361-0C8A380FC2F5}" dt="2025-04-17T23:33:09.511" v="657"/>
        <pc:sldMkLst>
          <pc:docMk/>
          <pc:sldMk cId="0" sldId="262"/>
        </pc:sldMkLst>
        <pc:spChg chg="add del mod">
          <ac:chgData name="Banik, Arpa" userId="S::abanik@falcon.bentley.edu::73615e92-7b37-4e0f-8766-e4fa6e73344b" providerId="AD" clId="Web-{55D7E4D4-59CE-488E-0361-0C8A380FC2F5}" dt="2025-04-17T23:32:17.414" v="644"/>
          <ac:spMkLst>
            <pc:docMk/>
            <pc:sldMk cId="0" sldId="262"/>
            <ac:spMk id="2" creationId="{AC5D5B62-24B7-A982-D72B-46A339F2AC22}"/>
          </ac:spMkLst>
        </pc:spChg>
        <pc:spChg chg="add mod">
          <ac:chgData name="Banik, Arpa" userId="S::abanik@falcon.bentley.edu::73615e92-7b37-4e0f-8766-e4fa6e73344b" providerId="AD" clId="Web-{55D7E4D4-59CE-488E-0361-0C8A380FC2F5}" dt="2025-04-17T23:33:01.198" v="656" actId="14100"/>
          <ac:spMkLst>
            <pc:docMk/>
            <pc:sldMk cId="0" sldId="262"/>
            <ac:spMk id="3" creationId="{8FE34D1B-1948-7F84-FA91-B635BFAFD400}"/>
          </ac:spMkLst>
        </pc:spChg>
        <pc:spChg chg="mod">
          <ac:chgData name="Banik, Arpa" userId="S::abanik@falcon.bentley.edu::73615e92-7b37-4e0f-8766-e4fa6e73344b" providerId="AD" clId="Web-{55D7E4D4-59CE-488E-0361-0C8A380FC2F5}" dt="2025-04-17T23:30:04.842" v="607"/>
          <ac:spMkLst>
            <pc:docMk/>
            <pc:sldMk cId="0" sldId="262"/>
            <ac:spMk id="279" creationId="{00000000-0000-0000-0000-000000000000}"/>
          </ac:spMkLst>
        </pc:spChg>
        <pc:spChg chg="del mod">
          <ac:chgData name="Banik, Arpa" userId="S::abanik@falcon.bentley.edu::73615e92-7b37-4e0f-8766-e4fa6e73344b" providerId="AD" clId="Web-{55D7E4D4-59CE-488E-0361-0C8A380FC2F5}" dt="2025-04-17T23:29:44.325" v="598"/>
          <ac:spMkLst>
            <pc:docMk/>
            <pc:sldMk cId="0" sldId="262"/>
            <ac:spMk id="280" creationId="{00000000-0000-0000-0000-000000000000}"/>
          </ac:spMkLst>
        </pc:spChg>
        <pc:spChg chg="del mod">
          <ac:chgData name="Banik, Arpa" userId="S::abanik@falcon.bentley.edu::73615e92-7b37-4e0f-8766-e4fa6e73344b" providerId="AD" clId="Web-{55D7E4D4-59CE-488E-0361-0C8A380FC2F5}" dt="2025-04-17T23:29:48.529" v="602"/>
          <ac:spMkLst>
            <pc:docMk/>
            <pc:sldMk cId="0" sldId="262"/>
            <ac:spMk id="281" creationId="{00000000-0000-0000-0000-000000000000}"/>
          </ac:spMkLst>
        </pc:spChg>
        <pc:grpChg chg="del">
          <ac:chgData name="Banik, Arpa" userId="S::abanik@falcon.bentley.edu::73615e92-7b37-4e0f-8766-e4fa6e73344b" providerId="AD" clId="Web-{55D7E4D4-59CE-488E-0361-0C8A380FC2F5}" dt="2025-04-17T23:29:46.075" v="599"/>
          <ac:grpSpMkLst>
            <pc:docMk/>
            <pc:sldMk cId="0" sldId="262"/>
            <ac:grpSpMk id="276" creationId="{00000000-0000-0000-0000-000000000000}"/>
          </ac:grpSpMkLst>
        </pc:grpChg>
        <pc:picChg chg="add">
          <ac:chgData name="Banik, Arpa" userId="S::abanik@falcon.bentley.edu::73615e92-7b37-4e0f-8766-e4fa6e73344b" providerId="AD" clId="Web-{55D7E4D4-59CE-488E-0361-0C8A380FC2F5}" dt="2025-04-17T23:33:09.511" v="657"/>
          <ac:picMkLst>
            <pc:docMk/>
            <pc:sldMk cId="0" sldId="262"/>
            <ac:picMk id="5" creationId="{C63B65A6-9DAB-21F3-F761-6C95F3DE1C30}"/>
          </ac:picMkLst>
        </pc:picChg>
        <pc:picChg chg="del">
          <ac:chgData name="Banik, Arpa" userId="S::abanik@falcon.bentley.edu::73615e92-7b37-4e0f-8766-e4fa6e73344b" providerId="AD" clId="Web-{55D7E4D4-59CE-488E-0361-0C8A380FC2F5}" dt="2025-04-17T23:29:53.529" v="604"/>
          <ac:picMkLst>
            <pc:docMk/>
            <pc:sldMk cId="0" sldId="262"/>
            <ac:picMk id="275" creationId="{00000000-0000-0000-0000-000000000000}"/>
          </ac:picMkLst>
        </pc:picChg>
      </pc:sldChg>
      <pc:sldChg chg="addSp delSp modSp">
        <pc:chgData name="Banik, Arpa" userId="S::abanik@falcon.bentley.edu::73615e92-7b37-4e0f-8766-e4fa6e73344b" providerId="AD" clId="Web-{55D7E4D4-59CE-488E-0361-0C8A380FC2F5}" dt="2025-04-17T23:35:58.976" v="716" actId="1076"/>
        <pc:sldMkLst>
          <pc:docMk/>
          <pc:sldMk cId="0" sldId="263"/>
        </pc:sldMkLst>
        <pc:spChg chg="add del mod">
          <ac:chgData name="Banik, Arpa" userId="S::abanik@falcon.bentley.edu::73615e92-7b37-4e0f-8766-e4fa6e73344b" providerId="AD" clId="Web-{55D7E4D4-59CE-488E-0361-0C8A380FC2F5}" dt="2025-04-17T23:34:53.237" v="703"/>
          <ac:spMkLst>
            <pc:docMk/>
            <pc:sldMk cId="0" sldId="263"/>
            <ac:spMk id="6" creationId="{265FD48C-A58B-691C-A417-786375FC995D}"/>
          </ac:spMkLst>
        </pc:spChg>
        <pc:spChg chg="add mod">
          <ac:chgData name="Banik, Arpa" userId="S::abanik@falcon.bentley.edu::73615e92-7b37-4e0f-8766-e4fa6e73344b" providerId="AD" clId="Web-{55D7E4D4-59CE-488E-0361-0C8A380FC2F5}" dt="2025-04-17T23:35:58.976" v="716" actId="1076"/>
          <ac:spMkLst>
            <pc:docMk/>
            <pc:sldMk cId="0" sldId="263"/>
            <ac:spMk id="7" creationId="{A400A8A2-82E5-903A-7539-AAA00580752F}"/>
          </ac:spMkLst>
        </pc:spChg>
        <pc:spChg chg="mod">
          <ac:chgData name="Banik, Arpa" userId="S::abanik@falcon.bentley.edu::73615e92-7b37-4e0f-8766-e4fa6e73344b" providerId="AD" clId="Web-{55D7E4D4-59CE-488E-0361-0C8A380FC2F5}" dt="2025-04-17T23:35:41.991" v="713" actId="14100"/>
          <ac:spMkLst>
            <pc:docMk/>
            <pc:sldMk cId="0" sldId="263"/>
            <ac:spMk id="295" creationId="{00000000-0000-0000-0000-000000000000}"/>
          </ac:spMkLst>
        </pc:spChg>
        <pc:spChg chg="del mod">
          <ac:chgData name="Banik, Arpa" userId="S::abanik@falcon.bentley.edu::73615e92-7b37-4e0f-8766-e4fa6e73344b" providerId="AD" clId="Web-{55D7E4D4-59CE-488E-0361-0C8A380FC2F5}" dt="2025-04-17T23:34:02.218" v="675"/>
          <ac:spMkLst>
            <pc:docMk/>
            <pc:sldMk cId="0" sldId="263"/>
            <ac:spMk id="296" creationId="{00000000-0000-0000-0000-000000000000}"/>
          </ac:spMkLst>
        </pc:spChg>
        <pc:spChg chg="del mod">
          <ac:chgData name="Banik, Arpa" userId="S::abanik@falcon.bentley.edu::73615e92-7b37-4e0f-8766-e4fa6e73344b" providerId="AD" clId="Web-{55D7E4D4-59CE-488E-0361-0C8A380FC2F5}" dt="2025-04-17T23:34:24.595" v="689"/>
          <ac:spMkLst>
            <pc:docMk/>
            <pc:sldMk cId="0" sldId="263"/>
            <ac:spMk id="297" creationId="{00000000-0000-0000-0000-000000000000}"/>
          </ac:spMkLst>
        </pc:spChg>
        <pc:spChg chg="del">
          <ac:chgData name="Banik, Arpa" userId="S::abanik@falcon.bentley.edu::73615e92-7b37-4e0f-8766-e4fa6e73344b" providerId="AD" clId="Web-{55D7E4D4-59CE-488E-0361-0C8A380FC2F5}" dt="2025-04-17T23:34:03.937" v="681"/>
          <ac:spMkLst>
            <pc:docMk/>
            <pc:sldMk cId="0" sldId="263"/>
            <ac:spMk id="298" creationId="{00000000-0000-0000-0000-000000000000}"/>
          </ac:spMkLst>
        </pc:spChg>
        <pc:spChg chg="del">
          <ac:chgData name="Banik, Arpa" userId="S::abanik@falcon.bentley.edu::73615e92-7b37-4e0f-8766-e4fa6e73344b" providerId="AD" clId="Web-{55D7E4D4-59CE-488E-0361-0C8A380FC2F5}" dt="2025-04-17T23:34:03.937" v="680"/>
          <ac:spMkLst>
            <pc:docMk/>
            <pc:sldMk cId="0" sldId="263"/>
            <ac:spMk id="299" creationId="{00000000-0000-0000-0000-000000000000}"/>
          </ac:spMkLst>
        </pc:spChg>
        <pc:spChg chg="del">
          <ac:chgData name="Banik, Arpa" userId="S::abanik@falcon.bentley.edu::73615e92-7b37-4e0f-8766-e4fa6e73344b" providerId="AD" clId="Web-{55D7E4D4-59CE-488E-0361-0C8A380FC2F5}" dt="2025-04-17T23:34:03.937" v="679"/>
          <ac:spMkLst>
            <pc:docMk/>
            <pc:sldMk cId="0" sldId="263"/>
            <ac:spMk id="300" creationId="{00000000-0000-0000-0000-000000000000}"/>
          </ac:spMkLst>
        </pc:spChg>
        <pc:spChg chg="del">
          <ac:chgData name="Banik, Arpa" userId="S::abanik@falcon.bentley.edu::73615e92-7b37-4e0f-8766-e4fa6e73344b" providerId="AD" clId="Web-{55D7E4D4-59CE-488E-0361-0C8A380FC2F5}" dt="2025-04-17T23:34:03.937" v="678"/>
          <ac:spMkLst>
            <pc:docMk/>
            <pc:sldMk cId="0" sldId="263"/>
            <ac:spMk id="301" creationId="{00000000-0000-0000-0000-000000000000}"/>
          </ac:spMkLst>
        </pc:spChg>
        <pc:spChg chg="del">
          <ac:chgData name="Banik, Arpa" userId="S::abanik@falcon.bentley.edu::73615e92-7b37-4e0f-8766-e4fa6e73344b" providerId="AD" clId="Web-{55D7E4D4-59CE-488E-0361-0C8A380FC2F5}" dt="2025-04-17T23:34:03.937" v="677"/>
          <ac:spMkLst>
            <pc:docMk/>
            <pc:sldMk cId="0" sldId="263"/>
            <ac:spMk id="302" creationId="{00000000-0000-0000-0000-000000000000}"/>
          </ac:spMkLst>
        </pc:spChg>
        <pc:spChg chg="del">
          <ac:chgData name="Banik, Arpa" userId="S::abanik@falcon.bentley.edu::73615e92-7b37-4e0f-8766-e4fa6e73344b" providerId="AD" clId="Web-{55D7E4D4-59CE-488E-0361-0C8A380FC2F5}" dt="2025-04-17T23:34:03.937" v="676"/>
          <ac:spMkLst>
            <pc:docMk/>
            <pc:sldMk cId="0" sldId="263"/>
            <ac:spMk id="303" creationId="{00000000-0000-0000-0000-000000000000}"/>
          </ac:spMkLst>
        </pc:spChg>
        <pc:grpChg chg="add mod">
          <ac:chgData name="Banik, Arpa" userId="S::abanik@falcon.bentley.edu::73615e92-7b37-4e0f-8766-e4fa6e73344b" providerId="AD" clId="Web-{55D7E4D4-59CE-488E-0361-0C8A380FC2F5}" dt="2025-04-17T23:35:53.242" v="715" actId="1076"/>
          <ac:grpSpMkLst>
            <pc:docMk/>
            <pc:sldMk cId="0" sldId="263"/>
            <ac:grpSpMk id="5" creationId="{0559F8D6-5B93-A362-8DD6-05883E922DD5}"/>
          </ac:grpSpMkLst>
        </pc:grpChg>
        <pc:picChg chg="del">
          <ac:chgData name="Banik, Arpa" userId="S::abanik@falcon.bentley.edu::73615e92-7b37-4e0f-8766-e4fa6e73344b" providerId="AD" clId="Web-{55D7E4D4-59CE-488E-0361-0C8A380FC2F5}" dt="2025-04-17T23:34:28.236" v="692"/>
          <ac:picMkLst>
            <pc:docMk/>
            <pc:sldMk cId="0" sldId="263"/>
            <ac:picMk id="294" creationId="{00000000-0000-0000-0000-000000000000}"/>
          </ac:picMkLst>
        </pc:picChg>
        <pc:picChg chg="mod">
          <ac:chgData name="Banik, Arpa" userId="S::abanik@falcon.bentley.edu::73615e92-7b37-4e0f-8766-e4fa6e73344b" providerId="AD" clId="Web-{55D7E4D4-59CE-488E-0361-0C8A380FC2F5}" dt="2025-04-17T23:34:34.767" v="695" actId="1076"/>
          <ac:picMkLst>
            <pc:docMk/>
            <pc:sldMk cId="0" sldId="263"/>
            <ac:picMk id="310" creationId="{00000000-0000-0000-0000-000000000000}"/>
          </ac:picMkLst>
        </pc:picChg>
      </pc:sldChg>
      <pc:sldChg chg="del">
        <pc:chgData name="Banik, Arpa" userId="S::abanik@falcon.bentley.edu::73615e92-7b37-4e0f-8766-e4fa6e73344b" providerId="AD" clId="Web-{55D7E4D4-59CE-488E-0361-0C8A380FC2F5}" dt="2025-04-17T23:36:24.009" v="717"/>
        <pc:sldMkLst>
          <pc:docMk/>
          <pc:sldMk cId="0" sldId="264"/>
        </pc:sldMkLst>
      </pc:sldChg>
      <pc:sldChg chg="addSp delSp modSp">
        <pc:chgData name="Banik, Arpa" userId="S::abanik@falcon.bentley.edu::73615e92-7b37-4e0f-8766-e4fa6e73344b" providerId="AD" clId="Web-{55D7E4D4-59CE-488E-0361-0C8A380FC2F5}" dt="2025-04-17T23:38:55.614" v="782" actId="20577"/>
        <pc:sldMkLst>
          <pc:docMk/>
          <pc:sldMk cId="0" sldId="265"/>
        </pc:sldMkLst>
        <pc:spChg chg="add mod">
          <ac:chgData name="Banik, Arpa" userId="S::abanik@falcon.bentley.edu::73615e92-7b37-4e0f-8766-e4fa6e73344b" providerId="AD" clId="Web-{55D7E4D4-59CE-488E-0361-0C8A380FC2F5}" dt="2025-04-17T23:38:55.614" v="782" actId="20577"/>
          <ac:spMkLst>
            <pc:docMk/>
            <pc:sldMk cId="0" sldId="265"/>
            <ac:spMk id="2" creationId="{611A8614-A247-9ECB-B469-B98D52109BED}"/>
          </ac:spMkLst>
        </pc:spChg>
        <pc:spChg chg="del">
          <ac:chgData name="Banik, Arpa" userId="S::abanik@falcon.bentley.edu::73615e92-7b37-4e0f-8766-e4fa6e73344b" providerId="AD" clId="Web-{55D7E4D4-59CE-488E-0361-0C8A380FC2F5}" dt="2025-04-17T23:37:08.466" v="748"/>
          <ac:spMkLst>
            <pc:docMk/>
            <pc:sldMk cId="0" sldId="265"/>
            <ac:spMk id="339" creationId="{00000000-0000-0000-0000-000000000000}"/>
          </ac:spMkLst>
        </pc:spChg>
        <pc:spChg chg="mod">
          <ac:chgData name="Banik, Arpa" userId="S::abanik@falcon.bentley.edu::73615e92-7b37-4e0f-8766-e4fa6e73344b" providerId="AD" clId="Web-{55D7E4D4-59CE-488E-0361-0C8A380FC2F5}" dt="2025-04-17T23:36:40.511" v="734" actId="14100"/>
          <ac:spMkLst>
            <pc:docMk/>
            <pc:sldMk cId="0" sldId="265"/>
            <ac:spMk id="340" creationId="{00000000-0000-0000-0000-000000000000}"/>
          </ac:spMkLst>
        </pc:spChg>
        <pc:spChg chg="del mod">
          <ac:chgData name="Banik, Arpa" userId="S::abanik@falcon.bentley.edu::73615e92-7b37-4e0f-8766-e4fa6e73344b" providerId="AD" clId="Web-{55D7E4D4-59CE-488E-0361-0C8A380FC2F5}" dt="2025-04-17T23:36:54.418" v="737"/>
          <ac:spMkLst>
            <pc:docMk/>
            <pc:sldMk cId="0" sldId="265"/>
            <ac:spMk id="341" creationId="{00000000-0000-0000-0000-000000000000}"/>
          </ac:spMkLst>
        </pc:spChg>
        <pc:spChg chg="del mod">
          <ac:chgData name="Banik, Arpa" userId="S::abanik@falcon.bentley.edu::73615e92-7b37-4e0f-8766-e4fa6e73344b" providerId="AD" clId="Web-{55D7E4D4-59CE-488E-0361-0C8A380FC2F5}" dt="2025-04-17T23:37:08.466" v="747"/>
          <ac:spMkLst>
            <pc:docMk/>
            <pc:sldMk cId="0" sldId="265"/>
            <ac:spMk id="349" creationId="{00000000-0000-0000-0000-000000000000}"/>
          </ac:spMkLst>
        </pc:spChg>
        <pc:spChg chg="mod">
          <ac:chgData name="Banik, Arpa" userId="S::abanik@falcon.bentley.edu::73615e92-7b37-4e0f-8766-e4fa6e73344b" providerId="AD" clId="Web-{55D7E4D4-59CE-488E-0361-0C8A380FC2F5}" dt="2025-04-17T23:37:34.342" v="758" actId="14100"/>
          <ac:spMkLst>
            <pc:docMk/>
            <pc:sldMk cId="0" sldId="265"/>
            <ac:spMk id="355" creationId="{00000000-0000-0000-0000-000000000000}"/>
          </ac:spMkLst>
        </pc:spChg>
        <pc:spChg chg="mod">
          <ac:chgData name="Banik, Arpa" userId="S::abanik@falcon.bentley.edu::73615e92-7b37-4e0f-8766-e4fa6e73344b" providerId="AD" clId="Web-{55D7E4D4-59CE-488E-0361-0C8A380FC2F5}" dt="2025-04-17T23:37:29.686" v="757" actId="14100"/>
          <ac:spMkLst>
            <pc:docMk/>
            <pc:sldMk cId="0" sldId="265"/>
            <ac:spMk id="356" creationId="{00000000-0000-0000-0000-000000000000}"/>
          </ac:spMkLst>
        </pc:spChg>
        <pc:spChg chg="del mod">
          <ac:chgData name="Banik, Arpa" userId="S::abanik@falcon.bentley.edu::73615e92-7b37-4e0f-8766-e4fa6e73344b" providerId="AD" clId="Web-{55D7E4D4-59CE-488E-0361-0C8A380FC2F5}" dt="2025-04-17T23:37:18.373" v="753"/>
          <ac:spMkLst>
            <pc:docMk/>
            <pc:sldMk cId="0" sldId="265"/>
            <ac:spMk id="357" creationId="{00000000-0000-0000-0000-000000000000}"/>
          </ac:spMkLst>
        </pc:spChg>
        <pc:grpChg chg="del">
          <ac:chgData name="Banik, Arpa" userId="S::abanik@falcon.bentley.edu::73615e92-7b37-4e0f-8766-e4fa6e73344b" providerId="AD" clId="Web-{55D7E4D4-59CE-488E-0361-0C8A380FC2F5}" dt="2025-04-17T23:37:06.606" v="746"/>
          <ac:grpSpMkLst>
            <pc:docMk/>
            <pc:sldMk cId="0" sldId="265"/>
            <ac:grpSpMk id="336" creationId="{00000000-0000-0000-0000-000000000000}"/>
          </ac:grpSpMkLst>
        </pc:grpChg>
        <pc:grpChg chg="del">
          <ac:chgData name="Banik, Arpa" userId="S::abanik@falcon.bentley.edu::73615e92-7b37-4e0f-8766-e4fa6e73344b" providerId="AD" clId="Web-{55D7E4D4-59CE-488E-0361-0C8A380FC2F5}" dt="2025-04-17T23:37:01.215" v="742"/>
          <ac:grpSpMkLst>
            <pc:docMk/>
            <pc:sldMk cId="0" sldId="265"/>
            <ac:grpSpMk id="342" creationId="{00000000-0000-0000-0000-000000000000}"/>
          </ac:grpSpMkLst>
        </pc:grpChg>
        <pc:grpChg chg="del">
          <ac:chgData name="Banik, Arpa" userId="S::abanik@falcon.bentley.edu::73615e92-7b37-4e0f-8766-e4fa6e73344b" providerId="AD" clId="Web-{55D7E4D4-59CE-488E-0361-0C8A380FC2F5}" dt="2025-04-17T23:37:04.278" v="744"/>
          <ac:grpSpMkLst>
            <pc:docMk/>
            <pc:sldMk cId="0" sldId="265"/>
            <ac:grpSpMk id="346" creationId="{00000000-0000-0000-0000-000000000000}"/>
          </ac:grpSpMkLst>
        </pc:grpChg>
        <pc:grpChg chg="del mod">
          <ac:chgData name="Banik, Arpa" userId="S::abanik@falcon.bentley.edu::73615e92-7b37-4e0f-8766-e4fa6e73344b" providerId="AD" clId="Web-{55D7E4D4-59CE-488E-0361-0C8A380FC2F5}" dt="2025-04-17T23:36:57.480" v="739"/>
          <ac:grpSpMkLst>
            <pc:docMk/>
            <pc:sldMk cId="0" sldId="265"/>
            <ac:grpSpMk id="350" creationId="{00000000-0000-0000-0000-000000000000}"/>
          </ac:grpSpMkLst>
        </pc:grpChg>
        <pc:grpChg chg="mod">
          <ac:chgData name="Banik, Arpa" userId="S::abanik@falcon.bentley.edu::73615e92-7b37-4e0f-8766-e4fa6e73344b" providerId="AD" clId="Web-{55D7E4D4-59CE-488E-0361-0C8A380FC2F5}" dt="2025-04-17T23:38:21.658" v="769" actId="1076"/>
          <ac:grpSpMkLst>
            <pc:docMk/>
            <pc:sldMk cId="0" sldId="265"/>
            <ac:grpSpMk id="354" creationId="{00000000-0000-0000-0000-000000000000}"/>
          </ac:grpSpMkLst>
        </pc:grpChg>
        <pc:grpChg chg="mod">
          <ac:chgData name="Banik, Arpa" userId="S::abanik@falcon.bentley.edu::73615e92-7b37-4e0f-8766-e4fa6e73344b" providerId="AD" clId="Web-{55D7E4D4-59CE-488E-0361-0C8A380FC2F5}" dt="2025-04-17T23:37:49.109" v="762" actId="1076"/>
          <ac:grpSpMkLst>
            <pc:docMk/>
            <pc:sldMk cId="0" sldId="265"/>
            <ac:grpSpMk id="358" creationId="{00000000-0000-0000-0000-000000000000}"/>
          </ac:grpSpMkLst>
        </pc:grpChg>
        <pc:picChg chg="del">
          <ac:chgData name="Banik, Arpa" userId="S::abanik@falcon.bentley.edu::73615e92-7b37-4e0f-8766-e4fa6e73344b" providerId="AD" clId="Web-{55D7E4D4-59CE-488E-0361-0C8A380FC2F5}" dt="2025-04-17T23:37:00.325" v="741"/>
          <ac:picMkLst>
            <pc:docMk/>
            <pc:sldMk cId="0" sldId="265"/>
            <ac:picMk id="345" creationId="{00000000-0000-0000-0000-000000000000}"/>
          </ac:picMkLst>
        </pc:picChg>
        <pc:picChg chg="del">
          <ac:chgData name="Banik, Arpa" userId="S::abanik@falcon.bentley.edu::73615e92-7b37-4e0f-8766-e4fa6e73344b" providerId="AD" clId="Web-{55D7E4D4-59CE-488E-0361-0C8A380FC2F5}" dt="2025-04-17T23:36:58.871" v="740"/>
          <ac:picMkLst>
            <pc:docMk/>
            <pc:sldMk cId="0" sldId="265"/>
            <ac:picMk id="353" creationId="{00000000-0000-0000-0000-000000000000}"/>
          </ac:picMkLst>
        </pc:picChg>
        <pc:picChg chg="del">
          <ac:chgData name="Banik, Arpa" userId="S::abanik@falcon.bentley.edu::73615e92-7b37-4e0f-8766-e4fa6e73344b" providerId="AD" clId="Web-{55D7E4D4-59CE-488E-0361-0C8A380FC2F5}" dt="2025-04-17T23:37:02.809" v="743"/>
          <ac:picMkLst>
            <pc:docMk/>
            <pc:sldMk cId="0" sldId="265"/>
            <ac:picMk id="361" creationId="{00000000-0000-0000-0000-000000000000}"/>
          </ac:picMkLst>
        </pc:picChg>
      </pc:sldChg>
      <pc:sldChg chg="del">
        <pc:chgData name="Banik, Arpa" userId="S::abanik@falcon.bentley.edu::73615e92-7b37-4e0f-8766-e4fa6e73344b" providerId="AD" clId="Web-{55D7E4D4-59CE-488E-0361-0C8A380FC2F5}" dt="2025-04-17T23:39:12.537" v="783"/>
        <pc:sldMkLst>
          <pc:docMk/>
          <pc:sldMk cId="0" sldId="266"/>
        </pc:sldMkLst>
      </pc:sldChg>
      <pc:sldChg chg="del">
        <pc:chgData name="Banik, Arpa" userId="S::abanik@falcon.bentley.edu::73615e92-7b37-4e0f-8766-e4fa6e73344b" providerId="AD" clId="Web-{55D7E4D4-59CE-488E-0361-0C8A380FC2F5}" dt="2025-04-17T23:39:16.115" v="784"/>
        <pc:sldMkLst>
          <pc:docMk/>
          <pc:sldMk cId="0" sldId="267"/>
        </pc:sldMkLst>
      </pc:sldChg>
      <pc:sldChg chg="del">
        <pc:chgData name="Banik, Arpa" userId="S::abanik@falcon.bentley.edu::73615e92-7b37-4e0f-8766-e4fa6e73344b" providerId="AD" clId="Web-{55D7E4D4-59CE-488E-0361-0C8A380FC2F5}" dt="2025-04-17T23:39:18.772" v="785"/>
        <pc:sldMkLst>
          <pc:docMk/>
          <pc:sldMk cId="0" sldId="268"/>
        </pc:sldMkLst>
      </pc:sldChg>
      <pc:sldChg chg="del">
        <pc:chgData name="Banik, Arpa" userId="S::abanik@falcon.bentley.edu::73615e92-7b37-4e0f-8766-e4fa6e73344b" providerId="AD" clId="Web-{55D7E4D4-59CE-488E-0361-0C8A380FC2F5}" dt="2025-04-17T23:39:21.225" v="786"/>
        <pc:sldMkLst>
          <pc:docMk/>
          <pc:sldMk cId="0" sldId="269"/>
        </pc:sldMkLst>
      </pc:sldChg>
      <pc:sldChg chg="del">
        <pc:chgData name="Banik, Arpa" userId="S::abanik@falcon.bentley.edu::73615e92-7b37-4e0f-8766-e4fa6e73344b" providerId="AD" clId="Web-{55D7E4D4-59CE-488E-0361-0C8A380FC2F5}" dt="2025-04-17T23:39:23.788" v="787"/>
        <pc:sldMkLst>
          <pc:docMk/>
          <pc:sldMk cId="0" sldId="270"/>
        </pc:sldMkLst>
      </pc:sldChg>
      <pc:sldChg chg="del">
        <pc:chgData name="Banik, Arpa" userId="S::abanik@falcon.bentley.edu::73615e92-7b37-4e0f-8766-e4fa6e73344b" providerId="AD" clId="Web-{55D7E4D4-59CE-488E-0361-0C8A380FC2F5}" dt="2025-04-17T23:39:28.554" v="788"/>
        <pc:sldMkLst>
          <pc:docMk/>
          <pc:sldMk cId="0" sldId="271"/>
        </pc:sldMkLst>
      </pc:sldChg>
      <pc:sldChg chg="addSp delSp modSp">
        <pc:chgData name="Banik, Arpa" userId="S::abanik@falcon.bentley.edu::73615e92-7b37-4e0f-8766-e4fa6e73344b" providerId="AD" clId="Web-{55D7E4D4-59CE-488E-0361-0C8A380FC2F5}" dt="2025-04-17T23:43:38.477" v="900" actId="1076"/>
        <pc:sldMkLst>
          <pc:docMk/>
          <pc:sldMk cId="0" sldId="272"/>
        </pc:sldMkLst>
        <pc:spChg chg="add mod">
          <ac:chgData name="Banik, Arpa" userId="S::abanik@falcon.bentley.edu::73615e92-7b37-4e0f-8766-e4fa6e73344b" providerId="AD" clId="Web-{55D7E4D4-59CE-488E-0361-0C8A380FC2F5}" dt="2025-04-17T23:43:38.477" v="900" actId="1076"/>
          <ac:spMkLst>
            <pc:docMk/>
            <pc:sldMk cId="0" sldId="272"/>
            <ac:spMk id="2" creationId="{B2CD582A-E1ED-EED4-70ED-8F039C607E42}"/>
          </ac:spMkLst>
        </pc:spChg>
        <pc:spChg chg="del">
          <ac:chgData name="Banik, Arpa" userId="S::abanik@falcon.bentley.edu::73615e92-7b37-4e0f-8766-e4fa6e73344b" providerId="AD" clId="Web-{55D7E4D4-59CE-488E-0361-0C8A380FC2F5}" dt="2025-04-17T23:42:06.783" v="858"/>
          <ac:spMkLst>
            <pc:docMk/>
            <pc:sldMk cId="0" sldId="272"/>
            <ac:spMk id="535" creationId="{00000000-0000-0000-0000-000000000000}"/>
          </ac:spMkLst>
        </pc:spChg>
        <pc:spChg chg="del">
          <ac:chgData name="Banik, Arpa" userId="S::abanik@falcon.bentley.edu::73615e92-7b37-4e0f-8766-e4fa6e73344b" providerId="AD" clId="Web-{55D7E4D4-59CE-488E-0361-0C8A380FC2F5}" dt="2025-04-17T23:42:06.783" v="857"/>
          <ac:spMkLst>
            <pc:docMk/>
            <pc:sldMk cId="0" sldId="272"/>
            <ac:spMk id="536" creationId="{00000000-0000-0000-0000-000000000000}"/>
          </ac:spMkLst>
        </pc:spChg>
        <pc:spChg chg="del">
          <ac:chgData name="Banik, Arpa" userId="S::abanik@falcon.bentley.edu::73615e92-7b37-4e0f-8766-e4fa6e73344b" providerId="AD" clId="Web-{55D7E4D4-59CE-488E-0361-0C8A380FC2F5}" dt="2025-04-17T23:42:06.783" v="856"/>
          <ac:spMkLst>
            <pc:docMk/>
            <pc:sldMk cId="0" sldId="272"/>
            <ac:spMk id="537" creationId="{00000000-0000-0000-0000-000000000000}"/>
          </ac:spMkLst>
        </pc:spChg>
        <pc:spChg chg="del">
          <ac:chgData name="Banik, Arpa" userId="S::abanik@falcon.bentley.edu::73615e92-7b37-4e0f-8766-e4fa6e73344b" providerId="AD" clId="Web-{55D7E4D4-59CE-488E-0361-0C8A380FC2F5}" dt="2025-04-17T23:42:06.783" v="855"/>
          <ac:spMkLst>
            <pc:docMk/>
            <pc:sldMk cId="0" sldId="272"/>
            <ac:spMk id="538" creationId="{00000000-0000-0000-0000-000000000000}"/>
          </ac:spMkLst>
        </pc:spChg>
        <pc:spChg chg="del">
          <ac:chgData name="Banik, Arpa" userId="S::abanik@falcon.bentley.edu::73615e92-7b37-4e0f-8766-e4fa6e73344b" providerId="AD" clId="Web-{55D7E4D4-59CE-488E-0361-0C8A380FC2F5}" dt="2025-04-17T23:42:06.783" v="854"/>
          <ac:spMkLst>
            <pc:docMk/>
            <pc:sldMk cId="0" sldId="272"/>
            <ac:spMk id="539" creationId="{00000000-0000-0000-0000-000000000000}"/>
          </ac:spMkLst>
        </pc:spChg>
        <pc:spChg chg="mod">
          <ac:chgData name="Banik, Arpa" userId="S::abanik@falcon.bentley.edu::73615e92-7b37-4e0f-8766-e4fa6e73344b" providerId="AD" clId="Web-{55D7E4D4-59CE-488E-0361-0C8A380FC2F5}" dt="2025-04-17T23:43:34.133" v="899" actId="1076"/>
          <ac:spMkLst>
            <pc:docMk/>
            <pc:sldMk cId="0" sldId="272"/>
            <ac:spMk id="540" creationId="{00000000-0000-0000-0000-000000000000}"/>
          </ac:spMkLst>
        </pc:spChg>
        <pc:spChg chg="del">
          <ac:chgData name="Banik, Arpa" userId="S::abanik@falcon.bentley.edu::73615e92-7b37-4e0f-8766-e4fa6e73344b" providerId="AD" clId="Web-{55D7E4D4-59CE-488E-0361-0C8A380FC2F5}" dt="2025-04-17T23:42:06.783" v="853"/>
          <ac:spMkLst>
            <pc:docMk/>
            <pc:sldMk cId="0" sldId="272"/>
            <ac:spMk id="541" creationId="{00000000-0000-0000-0000-000000000000}"/>
          </ac:spMkLst>
        </pc:spChg>
        <pc:spChg chg="del">
          <ac:chgData name="Banik, Arpa" userId="S::abanik@falcon.bentley.edu::73615e92-7b37-4e0f-8766-e4fa6e73344b" providerId="AD" clId="Web-{55D7E4D4-59CE-488E-0361-0C8A380FC2F5}" dt="2025-04-17T23:42:06.783" v="852"/>
          <ac:spMkLst>
            <pc:docMk/>
            <pc:sldMk cId="0" sldId="272"/>
            <ac:spMk id="542" creationId="{00000000-0000-0000-0000-000000000000}"/>
          </ac:spMkLst>
        </pc:spChg>
        <pc:spChg chg="del">
          <ac:chgData name="Banik, Arpa" userId="S::abanik@falcon.bentley.edu::73615e92-7b37-4e0f-8766-e4fa6e73344b" providerId="AD" clId="Web-{55D7E4D4-59CE-488E-0361-0C8A380FC2F5}" dt="2025-04-17T23:42:06.783" v="851"/>
          <ac:spMkLst>
            <pc:docMk/>
            <pc:sldMk cId="0" sldId="272"/>
            <ac:spMk id="543" creationId="{00000000-0000-0000-0000-000000000000}"/>
          </ac:spMkLst>
        </pc:spChg>
        <pc:spChg chg="del">
          <ac:chgData name="Banik, Arpa" userId="S::abanik@falcon.bentley.edu::73615e92-7b37-4e0f-8766-e4fa6e73344b" providerId="AD" clId="Web-{55D7E4D4-59CE-488E-0361-0C8A380FC2F5}" dt="2025-04-17T23:42:06.783" v="850"/>
          <ac:spMkLst>
            <pc:docMk/>
            <pc:sldMk cId="0" sldId="272"/>
            <ac:spMk id="544" creationId="{00000000-0000-0000-0000-000000000000}"/>
          </ac:spMkLst>
        </pc:spChg>
        <pc:spChg chg="del">
          <ac:chgData name="Banik, Arpa" userId="S::abanik@falcon.bentley.edu::73615e92-7b37-4e0f-8766-e4fa6e73344b" providerId="AD" clId="Web-{55D7E4D4-59CE-488E-0361-0C8A380FC2F5}" dt="2025-04-17T23:42:06.783" v="849"/>
          <ac:spMkLst>
            <pc:docMk/>
            <pc:sldMk cId="0" sldId="272"/>
            <ac:spMk id="545" creationId="{00000000-0000-0000-0000-000000000000}"/>
          </ac:spMkLst>
        </pc:spChg>
        <pc:picChg chg="del">
          <ac:chgData name="Banik, Arpa" userId="S::abanik@falcon.bentley.edu::73615e92-7b37-4e0f-8766-e4fa6e73344b" providerId="AD" clId="Web-{55D7E4D4-59CE-488E-0361-0C8A380FC2F5}" dt="2025-04-17T23:42:08.393" v="859"/>
          <ac:picMkLst>
            <pc:docMk/>
            <pc:sldMk cId="0" sldId="272"/>
            <ac:picMk id="533" creationId="{00000000-0000-0000-0000-000000000000}"/>
          </ac:picMkLst>
        </pc:picChg>
      </pc:sldChg>
      <pc:sldChg chg="del">
        <pc:chgData name="Banik, Arpa" userId="S::abanik@falcon.bentley.edu::73615e92-7b37-4e0f-8766-e4fa6e73344b" providerId="AD" clId="Web-{55D7E4D4-59CE-488E-0361-0C8A380FC2F5}" dt="2025-04-17T23:41:38.219" v="828"/>
        <pc:sldMkLst>
          <pc:docMk/>
          <pc:sldMk cId="0" sldId="273"/>
        </pc:sldMkLst>
      </pc:sldChg>
      <pc:sldChg chg="del">
        <pc:chgData name="Banik, Arpa" userId="S::abanik@falcon.bentley.edu::73615e92-7b37-4e0f-8766-e4fa6e73344b" providerId="AD" clId="Web-{55D7E4D4-59CE-488E-0361-0C8A380FC2F5}" dt="2025-04-17T23:41:43.891" v="829"/>
        <pc:sldMkLst>
          <pc:docMk/>
          <pc:sldMk cId="0" sldId="274"/>
        </pc:sldMkLst>
      </pc:sldChg>
      <pc:sldChg chg="new del">
        <pc:chgData name="Banik, Arpa" userId="S::abanik@falcon.bentley.edu::73615e92-7b37-4e0f-8766-e4fa6e73344b" providerId="AD" clId="Web-{55D7E4D4-59CE-488E-0361-0C8A380FC2F5}" dt="2025-04-17T23:02:48.556" v="71"/>
        <pc:sldMkLst>
          <pc:docMk/>
          <pc:sldMk cId="1440548538" sldId="275"/>
        </pc:sldMkLst>
      </pc:sldChg>
      <pc:sldChg chg="addSp delSp modSp new">
        <pc:chgData name="Banik, Arpa" userId="S::abanik@falcon.bentley.edu::73615e92-7b37-4e0f-8766-e4fa6e73344b" providerId="AD" clId="Web-{55D7E4D4-59CE-488E-0361-0C8A380FC2F5}" dt="2025-04-17T23:18:12.636" v="399" actId="1076"/>
        <pc:sldMkLst>
          <pc:docMk/>
          <pc:sldMk cId="4066177775" sldId="275"/>
        </pc:sldMkLst>
        <pc:spChg chg="del mod">
          <ac:chgData name="Banik, Arpa" userId="S::abanik@falcon.bentley.edu::73615e92-7b37-4e0f-8766-e4fa6e73344b" providerId="AD" clId="Web-{55D7E4D4-59CE-488E-0361-0C8A380FC2F5}" dt="2025-04-17T23:16:22.128" v="338"/>
          <ac:spMkLst>
            <pc:docMk/>
            <pc:sldMk cId="4066177775" sldId="275"/>
            <ac:spMk id="2" creationId="{31671137-C0BC-66B8-8289-5EADCF4E4880}"/>
          </ac:spMkLst>
        </pc:spChg>
        <pc:spChg chg="mod">
          <ac:chgData name="Banik, Arpa" userId="S::abanik@falcon.bentley.edu::73615e92-7b37-4e0f-8766-e4fa6e73344b" providerId="AD" clId="Web-{55D7E4D4-59CE-488E-0361-0C8A380FC2F5}" dt="2025-04-17T23:15:22.515" v="326" actId="20577"/>
          <ac:spMkLst>
            <pc:docMk/>
            <pc:sldMk cId="4066177775" sldId="275"/>
            <ac:spMk id="3" creationId="{F7142263-22BC-8D2F-AADE-6128D9A3EC1F}"/>
          </ac:spMkLst>
        </pc:spChg>
        <pc:spChg chg="add mod">
          <ac:chgData name="Banik, Arpa" userId="S::abanik@falcon.bentley.edu::73615e92-7b37-4e0f-8766-e4fa6e73344b" providerId="AD" clId="Web-{55D7E4D4-59CE-488E-0361-0C8A380FC2F5}" dt="2025-04-17T23:18:06.245" v="398" actId="20577"/>
          <ac:spMkLst>
            <pc:docMk/>
            <pc:sldMk cId="4066177775" sldId="275"/>
            <ac:spMk id="12" creationId="{313806FB-62FC-0342-8ABB-37CC6618716F}"/>
          </ac:spMkLst>
        </pc:spChg>
        <pc:grpChg chg="add mod">
          <ac:chgData name="Banik, Arpa" userId="S::abanik@falcon.bentley.edu::73615e92-7b37-4e0f-8766-e4fa6e73344b" providerId="AD" clId="Web-{55D7E4D4-59CE-488E-0361-0C8A380FC2F5}" dt="2025-04-17T23:18:12.636" v="399" actId="1076"/>
          <ac:grpSpMkLst>
            <pc:docMk/>
            <pc:sldMk cId="4066177775" sldId="275"/>
            <ac:grpSpMk id="7" creationId="{A073F3DD-762D-1F22-B56E-36A8A5019335}"/>
          </ac:grpSpMkLst>
        </pc:grpChg>
        <pc:grpChg chg="add del">
          <ac:chgData name="Banik, Arpa" userId="S::abanik@falcon.bentley.edu::73615e92-7b37-4e0f-8766-e4fa6e73344b" providerId="AD" clId="Web-{55D7E4D4-59CE-488E-0361-0C8A380FC2F5}" dt="2025-04-17T23:16:08.862" v="333"/>
          <ac:grpSpMkLst>
            <pc:docMk/>
            <pc:sldMk cId="4066177775" sldId="275"/>
            <ac:grpSpMk id="11" creationId="{98380B2E-0844-45AD-A940-13DFA641ED50}"/>
          </ac:grpSpMkLst>
        </pc:grpChg>
      </pc:sldChg>
      <pc:sldChg chg="modSp add replId">
        <pc:chgData name="Banik, Arpa" userId="S::abanik@falcon.bentley.edu::73615e92-7b37-4e0f-8766-e4fa6e73344b" providerId="AD" clId="Web-{55D7E4D4-59CE-488E-0361-0C8A380FC2F5}" dt="2025-04-17T23:44:17.371" v="907" actId="14100"/>
        <pc:sldMkLst>
          <pc:docMk/>
          <pc:sldMk cId="3148671798" sldId="276"/>
        </pc:sldMkLst>
        <pc:spChg chg="mod">
          <ac:chgData name="Banik, Arpa" userId="S::abanik@falcon.bentley.edu::73615e92-7b37-4e0f-8766-e4fa6e73344b" providerId="AD" clId="Web-{55D7E4D4-59CE-488E-0361-0C8A380FC2F5}" dt="2025-04-17T23:44:12.058" v="906" actId="14100"/>
          <ac:spMkLst>
            <pc:docMk/>
            <pc:sldMk cId="3148671798" sldId="276"/>
            <ac:spMk id="7" creationId="{717B6FED-E85E-0373-341B-D6EAA3ED5FCA}"/>
          </ac:spMkLst>
        </pc:spChg>
        <pc:spChg chg="mod">
          <ac:chgData name="Banik, Arpa" userId="S::abanik@falcon.bentley.edu::73615e92-7b37-4e0f-8766-e4fa6e73344b" providerId="AD" clId="Web-{55D7E4D4-59CE-488E-0361-0C8A380FC2F5}" dt="2025-04-17T23:12:18.299" v="284" actId="20577"/>
          <ac:spMkLst>
            <pc:docMk/>
            <pc:sldMk cId="3148671798" sldId="276"/>
            <ac:spMk id="175" creationId="{17F8C2E4-0C25-A180-3C64-E644654CF6DB}"/>
          </ac:spMkLst>
        </pc:spChg>
        <pc:grpChg chg="mod">
          <ac:chgData name="Banik, Arpa" userId="S::abanik@falcon.bentley.edu::73615e92-7b37-4e0f-8766-e4fa6e73344b" providerId="AD" clId="Web-{55D7E4D4-59CE-488E-0361-0C8A380FC2F5}" dt="2025-04-17T23:44:17.371" v="907" actId="14100"/>
          <ac:grpSpMkLst>
            <pc:docMk/>
            <pc:sldMk cId="3148671798" sldId="276"/>
            <ac:grpSpMk id="6" creationId="{D5CC781D-0C4E-65D3-5C8A-199CB5F4C627}"/>
          </ac:grpSpMkLst>
        </pc:grpChg>
      </pc:sldChg>
      <pc:sldChg chg="modSp add del">
        <pc:chgData name="Banik, Arpa" userId="S::abanik@falcon.bentley.edu::73615e92-7b37-4e0f-8766-e4fa6e73344b" providerId="AD" clId="Web-{55D7E4D4-59CE-488E-0361-0C8A380FC2F5}" dt="2025-04-17T23:02:29.992" v="70"/>
        <pc:sldMkLst>
          <pc:docMk/>
          <pc:sldMk cId="4061817029" sldId="276"/>
        </pc:sldMkLst>
        <pc:spChg chg="mod">
          <ac:chgData name="Banik, Arpa" userId="S::abanik@falcon.bentley.edu::73615e92-7b37-4e0f-8766-e4fa6e73344b" providerId="AD" clId="Web-{55D7E4D4-59CE-488E-0361-0C8A380FC2F5}" dt="2025-04-17T23:01:56.333" v="55" actId="20577"/>
          <ac:spMkLst>
            <pc:docMk/>
            <pc:sldMk cId="4061817029" sldId="276"/>
            <ac:spMk id="3" creationId="{00000000-0000-0000-0000-000000000000}"/>
          </ac:spMkLst>
        </pc:spChg>
      </pc:sldChg>
      <pc:sldChg chg="addSp delSp modSp add replId">
        <pc:chgData name="Banik, Arpa" userId="S::abanik@falcon.bentley.edu::73615e92-7b37-4e0f-8766-e4fa6e73344b" providerId="AD" clId="Web-{55D7E4D4-59CE-488E-0361-0C8A380FC2F5}" dt="2025-04-17T23:22:40.639" v="480" actId="14100"/>
        <pc:sldMkLst>
          <pc:docMk/>
          <pc:sldMk cId="2888859645" sldId="277"/>
        </pc:sldMkLst>
        <pc:spChg chg="add del mod">
          <ac:chgData name="Banik, Arpa" userId="S::abanik@falcon.bentley.edu::73615e92-7b37-4e0f-8766-e4fa6e73344b" providerId="AD" clId="Web-{55D7E4D4-59CE-488E-0361-0C8A380FC2F5}" dt="2025-04-17T23:21:02.679" v="451"/>
          <ac:spMkLst>
            <pc:docMk/>
            <pc:sldMk cId="2888859645" sldId="277"/>
            <ac:spMk id="3" creationId="{ED48B76F-99D9-8786-035C-0BF8C9D76F13}"/>
          </ac:spMkLst>
        </pc:spChg>
        <pc:spChg chg="del mod">
          <ac:chgData name="Banik, Arpa" userId="S::abanik@falcon.bentley.edu::73615e92-7b37-4e0f-8766-e4fa6e73344b" providerId="AD" clId="Web-{55D7E4D4-59CE-488E-0361-0C8A380FC2F5}" dt="2025-04-17T23:13:15.459" v="305"/>
          <ac:spMkLst>
            <pc:docMk/>
            <pc:sldMk cId="2888859645" sldId="277"/>
            <ac:spMk id="7" creationId="{7F2E5C9A-B2DF-5F6B-3146-B45D547B698A}"/>
          </ac:spMkLst>
        </pc:spChg>
        <pc:spChg chg="add mod">
          <ac:chgData name="Banik, Arpa" userId="S::abanik@falcon.bentley.edu::73615e92-7b37-4e0f-8766-e4fa6e73344b" providerId="AD" clId="Web-{55D7E4D4-59CE-488E-0361-0C8A380FC2F5}" dt="2025-04-17T23:22:40.639" v="480" actId="14100"/>
          <ac:spMkLst>
            <pc:docMk/>
            <pc:sldMk cId="2888859645" sldId="277"/>
            <ac:spMk id="8" creationId="{DC2BD0F0-66C8-71AE-2C46-B29291686982}"/>
          </ac:spMkLst>
        </pc:spChg>
        <pc:spChg chg="mod">
          <ac:chgData name="Banik, Arpa" userId="S::abanik@falcon.bentley.edu::73615e92-7b37-4e0f-8766-e4fa6e73344b" providerId="AD" clId="Web-{55D7E4D4-59CE-488E-0361-0C8A380FC2F5}" dt="2025-04-17T23:12:40.113" v="300" actId="20577"/>
          <ac:spMkLst>
            <pc:docMk/>
            <pc:sldMk cId="2888859645" sldId="277"/>
            <ac:spMk id="175" creationId="{C39BE65D-FDEB-DA43-302C-49D4711F9682}"/>
          </ac:spMkLst>
        </pc:spChg>
      </pc:sldChg>
      <pc:sldChg chg="addSp modSp add ord replId">
        <pc:chgData name="Banik, Arpa" userId="S::abanik@falcon.bentley.edu::73615e92-7b37-4e0f-8766-e4fa6e73344b" providerId="AD" clId="Web-{55D7E4D4-59CE-488E-0361-0C8A380FC2F5}" dt="2025-04-17T23:29:10.010" v="569"/>
        <pc:sldMkLst>
          <pc:docMk/>
          <pc:sldMk cId="2333021915" sldId="278"/>
        </pc:sldMkLst>
        <pc:spChg chg="mod">
          <ac:chgData name="Banik, Arpa" userId="S::abanik@falcon.bentley.edu::73615e92-7b37-4e0f-8766-e4fa6e73344b" providerId="AD" clId="Web-{55D7E4D4-59CE-488E-0361-0C8A380FC2F5}" dt="2025-04-17T23:28:40.836" v="567" actId="14100"/>
          <ac:spMkLst>
            <pc:docMk/>
            <pc:sldMk cId="2333021915" sldId="278"/>
            <ac:spMk id="3" creationId="{DB27D22C-9EB6-EC5E-8F0B-CC8E13EEE47E}"/>
          </ac:spMkLst>
        </pc:spChg>
        <pc:spChg chg="mod">
          <ac:chgData name="Banik, Arpa" userId="S::abanik@falcon.bentley.edu::73615e92-7b37-4e0f-8766-e4fa6e73344b" providerId="AD" clId="Web-{55D7E4D4-59CE-488E-0361-0C8A380FC2F5}" dt="2025-04-17T23:27:43.317" v="557" actId="1076"/>
          <ac:spMkLst>
            <pc:docMk/>
            <pc:sldMk cId="2333021915" sldId="278"/>
            <ac:spMk id="12" creationId="{8143872C-EDA4-07AE-2736-60F9D8257B1C}"/>
          </ac:spMkLst>
        </pc:spChg>
        <pc:grpChg chg="mod">
          <ac:chgData name="Banik, Arpa" userId="S::abanik@falcon.bentley.edu::73615e92-7b37-4e0f-8766-e4fa6e73344b" providerId="AD" clId="Web-{55D7E4D4-59CE-488E-0361-0C8A380FC2F5}" dt="2025-04-17T23:27:28.300" v="554" actId="14100"/>
          <ac:grpSpMkLst>
            <pc:docMk/>
            <pc:sldMk cId="2333021915" sldId="278"/>
            <ac:grpSpMk id="7" creationId="{A347BB71-A144-97A7-706A-2401B36D5E73}"/>
          </ac:grpSpMkLst>
        </pc:grpChg>
        <pc:picChg chg="add mod">
          <ac:chgData name="Banik, Arpa" userId="S::abanik@falcon.bentley.edu::73615e92-7b37-4e0f-8766-e4fa6e73344b" providerId="AD" clId="Web-{55D7E4D4-59CE-488E-0361-0C8A380FC2F5}" dt="2025-04-17T23:28:48.009" v="568" actId="1076"/>
          <ac:picMkLst>
            <pc:docMk/>
            <pc:sldMk cId="2333021915" sldId="278"/>
            <ac:picMk id="2" creationId="{9F6AC997-A73D-86C3-65D4-0D9C5FC9799E}"/>
          </ac:picMkLst>
        </pc:picChg>
      </pc:sldChg>
      <pc:sldChg chg="addSp delSp modSp add replId">
        <pc:chgData name="Banik, Arpa" userId="S::abanik@falcon.bentley.edu::73615e92-7b37-4e0f-8766-e4fa6e73344b" providerId="AD" clId="Web-{55D7E4D4-59CE-488E-0361-0C8A380FC2F5}" dt="2025-04-17T23:33:12.574" v="658"/>
        <pc:sldMkLst>
          <pc:docMk/>
          <pc:sldMk cId="344588249" sldId="279"/>
        </pc:sldMkLst>
        <pc:spChg chg="del mod">
          <ac:chgData name="Banik, Arpa" userId="S::abanik@falcon.bentley.edu::73615e92-7b37-4e0f-8766-e4fa6e73344b" providerId="AD" clId="Web-{55D7E4D4-59CE-488E-0361-0C8A380FC2F5}" dt="2025-04-17T23:31:19.551" v="625"/>
          <ac:spMkLst>
            <pc:docMk/>
            <pc:sldMk cId="344588249" sldId="279"/>
            <ac:spMk id="2" creationId="{52414D7D-3FEF-55AE-165E-97E393B58675}"/>
          </ac:spMkLst>
        </pc:spChg>
        <pc:spChg chg="add mod">
          <ac:chgData name="Banik, Arpa" userId="S::abanik@falcon.bentley.edu::73615e92-7b37-4e0f-8766-e4fa6e73344b" providerId="AD" clId="Web-{55D7E4D4-59CE-488E-0361-0C8A380FC2F5}" dt="2025-04-17T23:31:58.631" v="641" actId="14100"/>
          <ac:spMkLst>
            <pc:docMk/>
            <pc:sldMk cId="344588249" sldId="279"/>
            <ac:spMk id="3" creationId="{B1D070EB-3566-8F48-CBB7-44D7C4814BD6}"/>
          </ac:spMkLst>
        </pc:spChg>
        <pc:spChg chg="mod">
          <ac:chgData name="Banik, Arpa" userId="S::abanik@falcon.bentley.edu::73615e92-7b37-4e0f-8766-e4fa6e73344b" providerId="AD" clId="Web-{55D7E4D4-59CE-488E-0361-0C8A380FC2F5}" dt="2025-04-17T23:31:14.628" v="623" actId="20577"/>
          <ac:spMkLst>
            <pc:docMk/>
            <pc:sldMk cId="344588249" sldId="279"/>
            <ac:spMk id="279" creationId="{386BAE22-94B5-0DC6-B09E-B8A8FDB73432}"/>
          </ac:spMkLst>
        </pc:spChg>
        <pc:picChg chg="add">
          <ac:chgData name="Banik, Arpa" userId="S::abanik@falcon.bentley.edu::73615e92-7b37-4e0f-8766-e4fa6e73344b" providerId="AD" clId="Web-{55D7E4D4-59CE-488E-0361-0C8A380FC2F5}" dt="2025-04-17T23:33:12.574" v="658"/>
          <ac:picMkLst>
            <pc:docMk/>
            <pc:sldMk cId="344588249" sldId="279"/>
            <ac:picMk id="5" creationId="{34ADB1BA-E191-3211-6D7A-23B88DBCFE41}"/>
          </ac:picMkLst>
        </pc:picChg>
      </pc:sldChg>
      <pc:sldChg chg="modSp add replId">
        <pc:chgData name="Banik, Arpa" userId="S::abanik@falcon.bentley.edu::73615e92-7b37-4e0f-8766-e4fa6e73344b" providerId="AD" clId="Web-{55D7E4D4-59CE-488E-0361-0C8A380FC2F5}" dt="2025-04-17T23:42:22.644" v="862" actId="20577"/>
        <pc:sldMkLst>
          <pc:docMk/>
          <pc:sldMk cId="741330914" sldId="280"/>
        </pc:sldMkLst>
        <pc:spChg chg="mod">
          <ac:chgData name="Banik, Arpa" userId="S::abanik@falcon.bentley.edu::73615e92-7b37-4e0f-8766-e4fa6e73344b" providerId="AD" clId="Web-{55D7E4D4-59CE-488E-0361-0C8A380FC2F5}" dt="2025-04-17T23:41:10.467" v="824" actId="20577"/>
          <ac:spMkLst>
            <pc:docMk/>
            <pc:sldMk cId="741330914" sldId="280"/>
            <ac:spMk id="2" creationId="{9A0B1F60-3053-7520-1ECD-EAB1229625CF}"/>
          </ac:spMkLst>
        </pc:spChg>
        <pc:spChg chg="mod">
          <ac:chgData name="Banik, Arpa" userId="S::abanik@falcon.bentley.edu::73615e92-7b37-4e0f-8766-e4fa6e73344b" providerId="AD" clId="Web-{55D7E4D4-59CE-488E-0361-0C8A380FC2F5}" dt="2025-04-17T23:42:22.644" v="862" actId="20577"/>
          <ac:spMkLst>
            <pc:docMk/>
            <pc:sldMk cId="741330914" sldId="280"/>
            <ac:spMk id="340" creationId="{D75CC6F4-14D7-32E8-BDB8-DD09EB0AAD52}"/>
          </ac:spMkLst>
        </pc:spChg>
        <pc:grpChg chg="mod">
          <ac:chgData name="Banik, Arpa" userId="S::abanik@falcon.bentley.edu::73615e92-7b37-4e0f-8766-e4fa6e73344b" providerId="AD" clId="Web-{55D7E4D4-59CE-488E-0361-0C8A380FC2F5}" dt="2025-04-17T23:41:22.140" v="826" actId="14100"/>
          <ac:grpSpMkLst>
            <pc:docMk/>
            <pc:sldMk cId="741330914" sldId="280"/>
            <ac:grpSpMk id="354" creationId="{02D39C7F-7C97-442A-B721-A6459A5E6142}"/>
          </ac:grpSpMkLst>
        </pc:grpChg>
        <pc:grpChg chg="mod">
          <ac:chgData name="Banik, Arpa" userId="S::abanik@falcon.bentley.edu::73615e92-7b37-4e0f-8766-e4fa6e73344b" providerId="AD" clId="Web-{55D7E4D4-59CE-488E-0361-0C8A380FC2F5}" dt="2025-04-17T23:41:27.078" v="827" actId="14100"/>
          <ac:grpSpMkLst>
            <pc:docMk/>
            <pc:sldMk cId="741330914" sldId="280"/>
            <ac:grpSpMk id="358" creationId="{9B8B1C2A-1217-C017-9B9A-3801E6E7A784}"/>
          </ac:grpSpMkLst>
        </pc:grpChg>
        <pc:picChg chg="mod">
          <ac:chgData name="Banik, Arpa" userId="S::abanik@falcon.bentley.edu::73615e92-7b37-4e0f-8766-e4fa6e73344b" providerId="AD" clId="Web-{55D7E4D4-59CE-488E-0361-0C8A380FC2F5}" dt="2025-04-17T23:40:24.167" v="807" actId="1076"/>
          <ac:picMkLst>
            <pc:docMk/>
            <pc:sldMk cId="741330914" sldId="280"/>
            <ac:picMk id="334" creationId="{573DDE3D-A716-1671-749E-BFCC1C868063}"/>
          </ac:picMkLst>
        </pc:picChg>
      </pc:sldChg>
      <pc:sldMasterChg chg="add addSldLayout">
        <pc:chgData name="Banik, Arpa" userId="S::abanik@falcon.bentley.edu::73615e92-7b37-4e0f-8766-e4fa6e73344b" providerId="AD" clId="Web-{55D7E4D4-59CE-488E-0361-0C8A380FC2F5}" dt="2025-04-17T22:58:08.895" v="1"/>
        <pc:sldMasterMkLst>
          <pc:docMk/>
          <pc:sldMasterMk cId="3080703604" sldId="2147484127"/>
        </pc:sldMasterMkLst>
        <pc:sldLayoutChg chg="add">
          <pc:chgData name="Banik, Arpa" userId="S::abanik@falcon.bentley.edu::73615e92-7b37-4e0f-8766-e4fa6e73344b" providerId="AD" clId="Web-{55D7E4D4-59CE-488E-0361-0C8A380FC2F5}" dt="2025-04-17T22:58:08.895" v="1"/>
          <pc:sldLayoutMkLst>
            <pc:docMk/>
            <pc:sldMasterMk cId="3080703604" sldId="2147484127"/>
            <pc:sldLayoutMk cId="2292539247" sldId="214748412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Good afternoon, everyone, thank you for joining me today. I'm presenting a replication of </a:t>
            </a:r>
            <a:r>
              <a:rPr lang="en-US" dirty="0" err="1"/>
              <a:t>Brüderl</a:t>
            </a:r>
            <a:r>
              <a:rPr lang="en-US" dirty="0"/>
              <a:t> et al.’s 1992 study titled 'Survival Chances of Newly Founded Business Organizations.' This work examines what helps new startups succeed—or fail—using a theoretical blend of human capital and organizational ecology. I used the same dataset and statistical model to reproduce their findings and will walk you through the key steps and results.</a:t>
            </a:r>
          </a:p>
        </p:txBody>
      </p:sp>
      <p:sp>
        <p:nvSpPr>
          <p:cNvPr id="107" name="Google Shape;10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During the 1980s, there was a major wave of entrepreneurship in both Western and Eastern Europe. People believed new businesses would create jobs, drive innovation, and boost competitiveness. But the reality was that many of these ventures failed quickly. This paper addresses a crucial question—what factors actually influence a new business’s chance of survival? The study aims to answer that by analyzing nearly 1,850 firms launched in Munich and Upper Bavaria.</a:t>
            </a:r>
          </a:p>
        </p:txBody>
      </p:sp>
      <p:sp>
        <p:nvSpPr>
          <p:cNvPr id="126" name="Google Shape;12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The study builds on two main theories. First, Human Capital Theory—this focuses on the founder’s personal characteristics like education and experience. Second, Organizational Ecology, which looks at organizational traits and external environment. Importantly, the authors highlight that previous studies were either too small in sample size or lacked theoretical depth. By combining these lenses, the authors offer a more holistic view of startup survival and generate testable hypotheses across individual, organizational, and environmental dimensions.</a:t>
            </a:r>
          </a:p>
        </p:txBody>
      </p:sp>
      <p:sp>
        <p:nvSpPr>
          <p:cNvPr id="167" name="Google Shape;16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251422D2-CBEB-0ED7-2CE1-282F9CC5B55D}"/>
            </a:ext>
          </a:extLst>
        </p:cNvPr>
        <p:cNvGrpSpPr/>
        <p:nvPr/>
      </p:nvGrpSpPr>
      <p:grpSpPr>
        <a:xfrm>
          <a:off x="0" y="0"/>
          <a:ext cx="0" cy="0"/>
          <a:chOff x="0" y="0"/>
          <a:chExt cx="0" cy="0"/>
        </a:xfrm>
      </p:grpSpPr>
      <p:sp>
        <p:nvSpPr>
          <p:cNvPr id="166" name="Google Shape;166;p4:notes">
            <a:extLst>
              <a:ext uri="{FF2B5EF4-FFF2-40B4-BE49-F238E27FC236}">
                <a16:creationId xmlns:a16="http://schemas.microsoft.com/office/drawing/2014/main" id="{A7217174-9BB5-076E-D83A-E8B9DDF35D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Human capital is broken into two types. General human capital—like years of schooling and work experience that boosts survival by improving productivity. </a:t>
            </a:r>
            <a:endParaRPr lang="en-US"/>
          </a:p>
          <a:p>
            <a:pPr marL="0" indent="0">
              <a:buNone/>
            </a:pPr>
            <a:endParaRPr lang="en-US" dirty="0"/>
          </a:p>
          <a:p>
            <a:pPr marL="0" indent="0">
              <a:buNone/>
            </a:pPr>
            <a:r>
              <a:rPr lang="en-US" dirty="0"/>
              <a:t>Specific human capital is more nuanced. Industry-specific experience helps navigate familiar terrain. Leadership and self-employment experience may help in managing others and making strategic decisions. Even having a self-employed parent can offer early exposure to entrepreneurial skills.</a:t>
            </a:r>
          </a:p>
        </p:txBody>
      </p:sp>
      <p:sp>
        <p:nvSpPr>
          <p:cNvPr id="167" name="Google Shape;167;p4:notes">
            <a:extLst>
              <a:ext uri="{FF2B5EF4-FFF2-40B4-BE49-F238E27FC236}">
                <a16:creationId xmlns:a16="http://schemas.microsoft.com/office/drawing/2014/main" id="{533223B0-07DD-2A45-2346-639D744DA4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3785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320A6DD6-8677-A6AC-F9E9-725166A0277A}"/>
            </a:ext>
          </a:extLst>
        </p:cNvPr>
        <p:cNvGrpSpPr/>
        <p:nvPr/>
      </p:nvGrpSpPr>
      <p:grpSpPr>
        <a:xfrm>
          <a:off x="0" y="0"/>
          <a:ext cx="0" cy="0"/>
          <a:chOff x="0" y="0"/>
          <a:chExt cx="0" cy="0"/>
        </a:xfrm>
      </p:grpSpPr>
      <p:sp>
        <p:nvSpPr>
          <p:cNvPr id="166" name="Google Shape;166;p4:notes">
            <a:extLst>
              <a:ext uri="{FF2B5EF4-FFF2-40B4-BE49-F238E27FC236}">
                <a16:creationId xmlns:a16="http://schemas.microsoft.com/office/drawing/2014/main" id="{A7AD7395-BC77-DA40-12A7-5A5B48CA1F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From an ecology perspective, young and small businesses are vulnerable. The ‘liability of newness’ means they haven’t yet developed stable routines. The 'liability of smallness' reflects how limited resources increase failure risk. Strategy also plays a role—broad vs niche focus, innovation vs imitation, local vs national reach. The environmental factors, such as industry type or location, further shapes outcomes.</a:t>
            </a:r>
          </a:p>
          <a:p>
            <a:pPr marL="0" indent="0">
              <a:buNone/>
            </a:pPr>
            <a:endParaRPr lang="en-US" dirty="0"/>
          </a:p>
          <a:p>
            <a:pPr marL="0" indent="0">
              <a:buNone/>
            </a:pPr>
            <a:endParaRPr lang="en-US" dirty="0"/>
          </a:p>
        </p:txBody>
      </p:sp>
      <p:sp>
        <p:nvSpPr>
          <p:cNvPr id="167" name="Google Shape;167;p4:notes">
            <a:extLst>
              <a:ext uri="{FF2B5EF4-FFF2-40B4-BE49-F238E27FC236}">
                <a16:creationId xmlns:a16="http://schemas.microsoft.com/office/drawing/2014/main" id="{82C311A9-3186-6354-3C68-9E4BD01DD1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0507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dirty="0"/>
              <a:t>The authors used data from the Munich Founder Study, which surveyed 1,849 founders of firms started between 1985 and 1986. The main outcome was how long the business survived. They applied a log-logistic survival model—well-suited for modeling the 'liability of adolescence' where risk is highest shortly after founding and then declines. Right-censored cases—still-active firms in 1990—were handled accordingly.</a:t>
            </a:r>
          </a:p>
        </p:txBody>
      </p:sp>
    </p:spTree>
    <p:extLst>
      <p:ext uri="{BB962C8B-B14F-4D97-AF65-F5344CB8AC3E}">
        <p14:creationId xmlns:p14="http://schemas.microsoft.com/office/powerpoint/2010/main" val="23394764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Here’s a snapshot of the variables they tested. For human capital: education, work experience, and background traits. For organizational factors: how much capital was invested, number of employees, whether it was a legally registered firm, and strategic focus. Environmental variables include whether the business was located in Munich or elsewhere, industry type, and conditions like seasonality or market competition.”</a:t>
            </a:r>
          </a:p>
          <a:p>
            <a:pPr marL="0" indent="0">
              <a:buNone/>
            </a:pPr>
            <a:endParaRPr lang="en-US" dirty="0"/>
          </a:p>
        </p:txBody>
      </p:sp>
      <p:sp>
        <p:nvSpPr>
          <p:cNvPr id="206" name="Google Shape;20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a:extLst>
            <a:ext uri="{FF2B5EF4-FFF2-40B4-BE49-F238E27FC236}">
              <a16:creationId xmlns:a16="http://schemas.microsoft.com/office/drawing/2014/main" id="{84747344-2C35-C4CF-07AB-5EDE0F29D68E}"/>
            </a:ext>
          </a:extLst>
        </p:cNvPr>
        <p:cNvGrpSpPr/>
        <p:nvPr/>
      </p:nvGrpSpPr>
      <p:grpSpPr>
        <a:xfrm>
          <a:off x="0" y="0"/>
          <a:ext cx="0" cy="0"/>
          <a:chOff x="0" y="0"/>
          <a:chExt cx="0" cy="0"/>
        </a:xfrm>
      </p:grpSpPr>
      <p:sp>
        <p:nvSpPr>
          <p:cNvPr id="205" name="Google Shape;205;p5:notes">
            <a:extLst>
              <a:ext uri="{FF2B5EF4-FFF2-40B4-BE49-F238E27FC236}">
                <a16:creationId xmlns:a16="http://schemas.microsoft.com/office/drawing/2014/main" id="{E85A4065-DA9B-A7EB-952A-6C0C8C0689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One of the biggest challenges in replicating this study was working with the original dataset and codebook, both of which were in German. With over 300 variables, identifying the right ones was like solving a puzzle. I had to translate, interpret, and match variables to those used in the original paper, often relying on context and theory.</a:t>
            </a:r>
          </a:p>
          <a:p>
            <a:pPr>
              <a:buNone/>
            </a:pPr>
            <a:r>
              <a:rPr lang="en-US" dirty="0"/>
              <a:t>Data cleaning involved recoding text variables, handling missing values, and transforming numerical fields. For example, I recoded “Business still registered” as a censored observation and converted variables like capital and employees to a log scale. I also created binary flags for business types — like whether the firm was a follower or targeted a national market — all using Python.</a:t>
            </a:r>
          </a:p>
          <a:p>
            <a:pPr>
              <a:buNone/>
            </a:pPr>
            <a:r>
              <a:rPr lang="en-US" dirty="0"/>
              <a:t>This process was essential to align my dataset with the structure and assumptions of the original model. Without this level of cleaning, I wouldn’t have been able to replicate the survival analysis properly.</a:t>
            </a:r>
          </a:p>
          <a:p>
            <a:pPr>
              <a:buNone/>
            </a:pPr>
            <a:br>
              <a:rPr lang="en-US" dirty="0"/>
            </a:br>
            <a:endParaRPr lang="en-US" dirty="0"/>
          </a:p>
          <a:p>
            <a:pPr marL="0" indent="0">
              <a:buNone/>
            </a:pPr>
            <a:endParaRPr lang="en-US" dirty="0"/>
          </a:p>
        </p:txBody>
      </p:sp>
      <p:sp>
        <p:nvSpPr>
          <p:cNvPr id="206" name="Google Shape;206;p5:notes">
            <a:extLst>
              <a:ext uri="{FF2B5EF4-FFF2-40B4-BE49-F238E27FC236}">
                <a16:creationId xmlns:a16="http://schemas.microsoft.com/office/drawing/2014/main" id="{06C38348-4EB3-D885-CF93-49816461C0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52875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a:extLst>
            <a:ext uri="{FF2B5EF4-FFF2-40B4-BE49-F238E27FC236}">
              <a16:creationId xmlns:a16="http://schemas.microsoft.com/office/drawing/2014/main" id="{0CC6B3DD-11F5-4A03-BCE5-2DCEFB694F45}"/>
            </a:ext>
          </a:extLst>
        </p:cNvPr>
        <p:cNvGrpSpPr/>
        <p:nvPr/>
      </p:nvGrpSpPr>
      <p:grpSpPr>
        <a:xfrm>
          <a:off x="0" y="0"/>
          <a:ext cx="0" cy="0"/>
          <a:chOff x="0" y="0"/>
          <a:chExt cx="0" cy="0"/>
        </a:xfrm>
      </p:grpSpPr>
      <p:sp>
        <p:nvSpPr>
          <p:cNvPr id="205" name="Google Shape;205;p5:notes">
            <a:extLst>
              <a:ext uri="{FF2B5EF4-FFF2-40B4-BE49-F238E27FC236}">
                <a16:creationId xmlns:a16="http://schemas.microsoft.com/office/drawing/2014/main" id="{8F7C0C2E-AF92-B2F0-AB2E-D45D8C0F28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For the survival analysis, I used </a:t>
            </a:r>
            <a:r>
              <a:rPr lang="en-US" b="1" dirty="0"/>
              <a:t>R</a:t>
            </a:r>
            <a:r>
              <a:rPr lang="en-US" dirty="0"/>
              <a:t> and fitted a </a:t>
            </a:r>
            <a:r>
              <a:rPr lang="en-US" b="1" dirty="0"/>
              <a:t>parametric log-logistic AFT model</a:t>
            </a:r>
            <a:r>
              <a:rPr lang="en-US" dirty="0"/>
              <a:t>, just like </a:t>
            </a:r>
            <a:r>
              <a:rPr lang="en-US" dirty="0" err="1"/>
              <a:t>Brüderl</a:t>
            </a:r>
            <a:r>
              <a:rPr lang="en-US" dirty="0"/>
              <a:t> et al. did. This model is great for capturing non-linear hazard rates — in this case, the "liability of adolescence," where failure risk peaks around 9 to 12 months after founding.</a:t>
            </a:r>
          </a:p>
          <a:p>
            <a:pPr>
              <a:buNone/>
            </a:pPr>
            <a:r>
              <a:rPr lang="en-US" dirty="0"/>
              <a:t>I treated firms still alive in 1990 as </a:t>
            </a:r>
            <a:r>
              <a:rPr lang="en-US" b="1" dirty="0"/>
              <a:t>right-censored</a:t>
            </a:r>
            <a:r>
              <a:rPr lang="en-US" dirty="0"/>
              <a:t>, so they were included without assuming failure. The model helped show how certain founder and organizational traits slow down or speed up business failure.</a:t>
            </a:r>
          </a:p>
          <a:p>
            <a:pPr>
              <a:buNone/>
            </a:pPr>
            <a:endParaRPr lang="en-US" dirty="0"/>
          </a:p>
          <a:p>
            <a:pPr>
              <a:buNone/>
            </a:pPr>
            <a:endParaRPr lang="en-US" dirty="0"/>
          </a:p>
          <a:p>
            <a:pPr>
              <a:buNone/>
            </a:pPr>
            <a:r>
              <a:rPr lang="en-US" dirty="0"/>
              <a:t>I used a </a:t>
            </a:r>
            <a:r>
              <a:rPr lang="en-US" b="1" dirty="0"/>
              <a:t>log-logistic accelerated failure time (AFT) model</a:t>
            </a:r>
            <a:r>
              <a:rPr lang="en-US" dirty="0"/>
              <a:t>, the same as </a:t>
            </a:r>
            <a:r>
              <a:rPr lang="en-US" dirty="0" err="1"/>
              <a:t>Brüderl</a:t>
            </a:r>
            <a:r>
              <a:rPr lang="en-US" dirty="0"/>
              <a:t> et al. This is a </a:t>
            </a:r>
            <a:r>
              <a:rPr lang="en-US" b="1" dirty="0"/>
              <a:t>parametric survival model</a:t>
            </a:r>
            <a:r>
              <a:rPr lang="en-US" dirty="0"/>
              <a:t>, which assumes a specific distribution for the time-to-event — in our case, how long businesses survive before failure.</a:t>
            </a:r>
          </a:p>
          <a:p>
            <a:pPr>
              <a:buNone/>
            </a:pPr>
            <a:r>
              <a:rPr lang="en-US" dirty="0"/>
              <a:t>Unlike the Cox proportional hazards model, which is semi-parametric, AFT models directly estimate </a:t>
            </a:r>
            <a:r>
              <a:rPr lang="en-US" b="1" dirty="0"/>
              <a:t>how covariates accelerate or decelerate the time to failure</a:t>
            </a:r>
            <a:r>
              <a:rPr lang="en-US" dirty="0"/>
              <a:t>. In other words, instead of looking at the relative hazard, we model the </a:t>
            </a:r>
            <a:r>
              <a:rPr lang="en-US" b="1" dirty="0"/>
              <a:t>log of survival time</a:t>
            </a:r>
            <a:r>
              <a:rPr lang="en-US" dirty="0"/>
              <a:t> as a linear function of the covariates.</a:t>
            </a:r>
          </a:p>
          <a:p>
            <a:pPr>
              <a:buNone/>
            </a:pPr>
            <a:r>
              <a:rPr lang="en-US" dirty="0"/>
              <a:t>Mathematically, the AFT model is structured as:</a:t>
            </a:r>
          </a:p>
          <a:p>
            <a:pPr>
              <a:buNone/>
            </a:pPr>
            <a:r>
              <a:rPr lang="en-US" dirty="0"/>
              <a:t>where </a:t>
            </a:r>
            <a:r>
              <a:rPr lang="en-US" dirty="0" err="1"/>
              <a:t>TiT_iTi</a:t>
            </a:r>
            <a:r>
              <a:rPr lang="en-US" dirty="0"/>
              <a:t>  is the survival time for firm iii, and ϵ</a:t>
            </a:r>
            <a:r>
              <a:rPr lang="en-US" dirty="0" err="1"/>
              <a:t>i</a:t>
            </a:r>
            <a:r>
              <a:rPr lang="en-US" dirty="0"/>
              <a:t>\</a:t>
            </a:r>
            <a:r>
              <a:rPr lang="en-US" dirty="0" err="1"/>
              <a:t>epsilon_iϵi</a:t>
            </a:r>
            <a:r>
              <a:rPr lang="en-US" dirty="0"/>
              <a:t>  follows a </a:t>
            </a:r>
            <a:r>
              <a:rPr lang="en-US" b="1" dirty="0"/>
              <a:t>log-logistic distribution</a:t>
            </a:r>
            <a:r>
              <a:rPr lang="en-US" dirty="0"/>
              <a:t>. This distribution is flexible and can model both monotonic and </a:t>
            </a:r>
            <a:r>
              <a:rPr lang="en-US" b="1" dirty="0"/>
              <a:t>non-monotonic (inverted-U)</a:t>
            </a:r>
            <a:r>
              <a:rPr lang="en-US" dirty="0"/>
              <a:t> hazard rates, which is critical here.</a:t>
            </a:r>
          </a:p>
          <a:p>
            <a:pPr>
              <a:buNone/>
            </a:pPr>
            <a:r>
              <a:rPr lang="en-US" dirty="0"/>
              <a:t>One unique feature of the log-logistic model is its </a:t>
            </a:r>
            <a:r>
              <a:rPr lang="en-US" b="1" dirty="0"/>
              <a:t>hazard function</a:t>
            </a:r>
            <a:r>
              <a:rPr lang="en-US" dirty="0"/>
              <a:t>:</a:t>
            </a:r>
          </a:p>
          <a:p>
            <a:pPr marL="171450" indent="-171450"/>
            <a:r>
              <a:rPr lang="en-US" dirty="0"/>
              <a:t>When </a:t>
            </a:r>
            <a:r>
              <a:rPr lang="en-US" b="1" dirty="0"/>
              <a:t>p &gt; 1</a:t>
            </a:r>
            <a:r>
              <a:rPr lang="en-US" dirty="0"/>
              <a:t>, the hazard function increases to a peak and then declines — </a:t>
            </a:r>
            <a:r>
              <a:rPr lang="en-US" b="1" dirty="0"/>
              <a:t>matching the “liability of adolescence”</a:t>
            </a:r>
            <a:r>
              <a:rPr lang="en-US" dirty="0"/>
              <a:t> described in the paper.</a:t>
            </a:r>
          </a:p>
          <a:p>
            <a:pPr marL="171450" indent="-171450"/>
            <a:r>
              <a:rPr lang="en-US" dirty="0"/>
              <a:t>This is exactly what we see — the failure rate increases initially, peaking between 9–12 months after business founding, then declining.</a:t>
            </a:r>
          </a:p>
          <a:p>
            <a:pPr indent="0">
              <a:buNone/>
            </a:pPr>
            <a:r>
              <a:rPr lang="en-US" dirty="0"/>
              <a:t>I verified this pattern using the estimated </a:t>
            </a:r>
            <a:r>
              <a:rPr lang="en-US" b="1" dirty="0"/>
              <a:t>shape parameter</a:t>
            </a:r>
            <a:r>
              <a:rPr lang="en-US" dirty="0"/>
              <a:t> from the model, which was </a:t>
            </a:r>
            <a:r>
              <a:rPr lang="en-US" b="1" dirty="0"/>
              <a:t>significantly greater than 1</a:t>
            </a:r>
            <a:r>
              <a:rPr lang="en-US" dirty="0"/>
              <a:t>, confirming that the hazard follows an inverted U-shape.</a:t>
            </a:r>
          </a:p>
          <a:p>
            <a:pPr>
              <a:buNone/>
            </a:pPr>
            <a:r>
              <a:rPr lang="en-US" dirty="0"/>
              <a:t>I also applied </a:t>
            </a:r>
            <a:r>
              <a:rPr lang="en-US" b="1" dirty="0"/>
              <a:t>right-censoring</a:t>
            </a:r>
            <a:r>
              <a:rPr lang="en-US" dirty="0"/>
              <a:t>: businesses still alive at the end of the observation window (1990) weren’t assumed to have failed — instead, their data was included as </a:t>
            </a:r>
            <a:r>
              <a:rPr lang="en-US" b="1" dirty="0"/>
              <a:t>censored</a:t>
            </a:r>
            <a:r>
              <a:rPr lang="en-US" dirty="0"/>
              <a:t>, which preserves unbiased estimation of the hazard and survival functions.</a:t>
            </a:r>
          </a:p>
          <a:p>
            <a:pPr>
              <a:buNone/>
            </a:pPr>
            <a:r>
              <a:rPr lang="en-US" dirty="0"/>
              <a:t>Covariates like </a:t>
            </a:r>
            <a:r>
              <a:rPr lang="en-US" b="1" dirty="0"/>
              <a:t>capital invested</a:t>
            </a:r>
            <a:r>
              <a:rPr lang="en-US" dirty="0"/>
              <a:t> and </a:t>
            </a:r>
            <a:r>
              <a:rPr lang="en-US" b="1" dirty="0"/>
              <a:t>number of employees</a:t>
            </a:r>
            <a:r>
              <a:rPr lang="en-US" dirty="0"/>
              <a:t> were log-transformed to normalize skewness and ensure linearity in the log-time scale.</a:t>
            </a:r>
          </a:p>
          <a:p>
            <a:pPr>
              <a:buNone/>
            </a:pPr>
            <a:r>
              <a:rPr lang="en-US" dirty="0"/>
              <a:t>Finally, the model was fitted using </a:t>
            </a:r>
            <a:r>
              <a:rPr lang="en-US" b="1" dirty="0"/>
              <a:t>maximum likelihood estimation</a:t>
            </a:r>
            <a:r>
              <a:rPr lang="en-US" dirty="0"/>
              <a:t>, which is standard for AFT models, and all variables were checked for multicollinearity and missingness before inclusion.</a:t>
            </a:r>
          </a:p>
          <a:p>
            <a:pPr>
              <a:buNone/>
            </a:pPr>
            <a:r>
              <a:rPr lang="en-US" dirty="0"/>
              <a:t>So, overall, the replication model was statistically sound, matched the theoretical assumptions in the original study, and successfully confirmed the core findings using modern tools in R.</a:t>
            </a:r>
          </a:p>
          <a:p>
            <a:pPr>
              <a:buNone/>
            </a:pPr>
            <a:br>
              <a:rPr lang="en-US" dirty="0"/>
            </a:br>
            <a:endParaRPr lang="en-US" dirty="0"/>
          </a:p>
          <a:p>
            <a:pPr>
              <a:buNone/>
            </a:pPr>
            <a:endParaRPr lang="en-US" dirty="0"/>
          </a:p>
          <a:p>
            <a:pPr>
              <a:buNone/>
            </a:pPr>
            <a:br>
              <a:rPr lang="en-US" dirty="0"/>
            </a:br>
            <a:endParaRPr lang="en-US" dirty="0"/>
          </a:p>
          <a:p>
            <a:pPr marL="0" indent="0">
              <a:buNone/>
            </a:pPr>
            <a:endParaRPr lang="en-US" dirty="0"/>
          </a:p>
        </p:txBody>
      </p:sp>
      <p:sp>
        <p:nvSpPr>
          <p:cNvPr id="206" name="Google Shape;206;p5:notes">
            <a:extLst>
              <a:ext uri="{FF2B5EF4-FFF2-40B4-BE49-F238E27FC236}">
                <a16:creationId xmlns:a16="http://schemas.microsoft.com/office/drawing/2014/main" id="{F14770D4-1ADC-F34F-D14A-D9CE0EE707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06088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dirty="0"/>
              <a:t>Here we see the hazard rate of business failure. The step function reflects empirical data, while the dashed line is the fitted log-logistic model. Notice that the risk of failure peaks around 9–12 months after founding—this supports the idea of a 'liability of adolescence.' If a firm survives that critical window, its chances of long-term survival increase significantly.</a:t>
            </a:r>
          </a:p>
        </p:txBody>
      </p:sp>
    </p:spTree>
    <p:extLst>
      <p:ext uri="{BB962C8B-B14F-4D97-AF65-F5344CB8AC3E}">
        <p14:creationId xmlns:p14="http://schemas.microsoft.com/office/powerpoint/2010/main" val="27252736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These are the key findings. Human capital variables like education and industry experience significantly lowered failure rates. Work experience had diminishing returns. Among organizational features, having more capital, employees, or being registered all improved survival. Follower businesses did better, but surprisingly, affiliated businesses did worse—possibly due to weak franchise agreements. Businesses targeting national markets survived longer. Environmental factors were less influential overall, though businesses in industries with clustered orders did better. </a:t>
            </a:r>
          </a:p>
        </p:txBody>
      </p:sp>
      <p:sp>
        <p:nvSpPr>
          <p:cNvPr id="236" name="Google Shape;23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This slide sums up the key results from both bivariate and multivariate models. Founders with more education and experience — especially in the same industry — had better survival odds. Larger firms, with more capital, employees, and formal registration, also did better.</a:t>
            </a:r>
          </a:p>
          <a:p>
            <a:pPr>
              <a:buNone/>
            </a:pPr>
            <a:r>
              <a:rPr lang="en-US" dirty="0"/>
              <a:t>Follower firms and those targeting a national market were more resilient, while retail and transport businesses showed higher failure.</a:t>
            </a:r>
          </a:p>
          <a:p>
            <a:pPr>
              <a:buNone/>
            </a:pPr>
            <a:r>
              <a:rPr lang="en-US" dirty="0"/>
              <a:t>Lastly, we saw strong selection effects — better-educated founders tended to start better-equipped firms, which further improved their survival chances. So, human capital mattered both directly and indirectly.</a:t>
            </a:r>
          </a:p>
          <a:p>
            <a:pPr>
              <a:buNone/>
            </a:pPr>
            <a:endParaRPr lang="en-US" dirty="0"/>
          </a:p>
          <a:p>
            <a:pPr lvl="0" algn="l">
              <a:spcBef>
                <a:spcPts val="0"/>
              </a:spcBef>
              <a:spcAft>
                <a:spcPts val="0"/>
              </a:spcAft>
              <a:buNone/>
            </a:pPr>
            <a:endParaRPr lang="en-US" dirty="0"/>
          </a:p>
          <a:p>
            <a:pPr>
              <a:buNone/>
            </a:pPr>
            <a:r>
              <a:rPr lang="en-US" dirty="0"/>
              <a:t>Starting with </a:t>
            </a:r>
            <a:r>
              <a:rPr lang="en-US" b="1" dirty="0"/>
              <a:t>human capital</a:t>
            </a:r>
            <a:r>
              <a:rPr lang="en-US" dirty="0"/>
              <a:t>, founders with more years of education and prior work experience — especially in the same industry — showed significantly lower failure rates. This supports the idea that better-prepared individuals are more likely to lead successful businesses.</a:t>
            </a:r>
          </a:p>
          <a:p>
            <a:pPr>
              <a:buNone/>
            </a:pPr>
            <a:r>
              <a:rPr lang="en-US" dirty="0"/>
              <a:t>Next, </a:t>
            </a:r>
            <a:r>
              <a:rPr lang="en-US" b="1" dirty="0"/>
              <a:t>organizational size mattered a lot</a:t>
            </a:r>
            <a:r>
              <a:rPr lang="en-US" dirty="0"/>
              <a:t>. Firms that started with more capital, more employees, and a formal legal registration were more likely to survive. The data showed that these resources help businesses weather early challenges and scale effectively.</a:t>
            </a:r>
          </a:p>
          <a:p>
            <a:pPr>
              <a:buNone/>
            </a:pPr>
            <a:r>
              <a:rPr lang="en-US" dirty="0"/>
              <a:t>We also saw that </a:t>
            </a:r>
            <a:r>
              <a:rPr lang="en-US" b="1" dirty="0"/>
              <a:t>follower firms</a:t>
            </a:r>
            <a:r>
              <a:rPr lang="en-US" dirty="0"/>
              <a:t> — those that continue an existing business — outperformed de novo startups. And </a:t>
            </a:r>
            <a:r>
              <a:rPr lang="en-US" b="1" dirty="0"/>
              <a:t>firms targeting a national market</a:t>
            </a:r>
            <a:r>
              <a:rPr lang="en-US" dirty="0"/>
              <a:t> fared better than those focusing only locally, possibly due to broader customer reach or better business strategies.</a:t>
            </a:r>
          </a:p>
          <a:p>
            <a:pPr>
              <a:buNone/>
            </a:pPr>
            <a:r>
              <a:rPr lang="en-US" dirty="0"/>
              <a:t>On the flip side, </a:t>
            </a:r>
            <a:r>
              <a:rPr lang="en-US" b="1" dirty="0"/>
              <a:t>retail and transport sectors</a:t>
            </a:r>
            <a:r>
              <a:rPr lang="en-US" dirty="0"/>
              <a:t> had the highest failure rates, likely due to higher competition and lower barriers to entry.</a:t>
            </a:r>
          </a:p>
          <a:p>
            <a:pPr>
              <a:buNone/>
            </a:pPr>
            <a:r>
              <a:rPr lang="en-US" dirty="0"/>
              <a:t>Finally, and most interestingly, we observed </a:t>
            </a:r>
            <a:r>
              <a:rPr lang="en-US" b="1" dirty="0"/>
              <a:t>selection effects</a:t>
            </a:r>
            <a:r>
              <a:rPr lang="en-US" dirty="0"/>
              <a:t>: founders with high human capital were more likely to start better-endowed firms in the first place — those with more capital, employees, and strategic orientation. So, human capital influences both the </a:t>
            </a:r>
            <a:r>
              <a:rPr lang="en-US" b="1" dirty="0"/>
              <a:t>quality of the business setup</a:t>
            </a:r>
            <a:r>
              <a:rPr lang="en-US" dirty="0"/>
              <a:t> and </a:t>
            </a:r>
            <a:r>
              <a:rPr lang="en-US" b="1" dirty="0"/>
              <a:t>its survival prospects</a:t>
            </a:r>
            <a:r>
              <a:rPr lang="en-US" dirty="0"/>
              <a:t>, directly and indirectly.</a:t>
            </a:r>
          </a:p>
          <a:p>
            <a:pPr>
              <a:buNone/>
            </a:pPr>
            <a:r>
              <a:rPr lang="en-US" dirty="0"/>
              <a:t>These findings closely mirrored the original paper, reinforcing the strong role of both individual and organizational characteristics in early business survival.</a:t>
            </a:r>
          </a:p>
          <a:p>
            <a:pPr>
              <a:buNone/>
            </a:pPr>
            <a:endParaRPr lang="en-US" dirty="0"/>
          </a:p>
          <a:p>
            <a:pPr>
              <a:buNone/>
            </a:pPr>
            <a:endParaRPr lang="en-US" dirty="0"/>
          </a:p>
          <a:p>
            <a:pPr marL="0" indent="0">
              <a:buNone/>
            </a:pPr>
            <a:endParaRPr lang="en-US" dirty="0"/>
          </a:p>
        </p:txBody>
      </p:sp>
      <p:sp>
        <p:nvSpPr>
          <p:cNvPr id="272" name="Google Shape;2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For founders: aim to start at a viable scale, get industry experience before launching, and consider reaching beyond local markets. For policymakers: support training programs that develop industry-specific skills and make capital more accessible to qualified startups. These steps could reduce early-stage failure rates.</a:t>
            </a:r>
          </a:p>
        </p:txBody>
      </p:sp>
      <p:sp>
        <p:nvSpPr>
          <p:cNvPr id="332" name="Google Shape;33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DC1118BB-9BDA-38B4-28CC-FC9C8889B30C}"/>
            </a:ext>
          </a:extLst>
        </p:cNvPr>
        <p:cNvGrpSpPr/>
        <p:nvPr/>
      </p:nvGrpSpPr>
      <p:grpSpPr>
        <a:xfrm>
          <a:off x="0" y="0"/>
          <a:ext cx="0" cy="0"/>
          <a:chOff x="0" y="0"/>
          <a:chExt cx="0" cy="0"/>
        </a:xfrm>
      </p:grpSpPr>
      <p:sp>
        <p:nvSpPr>
          <p:cNvPr id="331" name="Google Shape;331;p10:notes">
            <a:extLst>
              <a:ext uri="{FF2B5EF4-FFF2-40B4-BE49-F238E27FC236}">
                <a16:creationId xmlns:a16="http://schemas.microsoft.com/office/drawing/2014/main" id="{F3BF55C2-D183-3DE4-32B9-826481DFC7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i="1" dirty="0"/>
              <a:t>In conclusion, this study validates the joint power of human capital and organizational structure in explaining startup survival. Industry experience stood out as the strongest individual factor, while capital and size were the most influential firm characteristics. For future research, we could look at the role of networks and social capital or explore success metrics beyond survival—like profitability or job creation."</a:t>
            </a:r>
            <a:endParaRPr lang="en-US" dirty="0"/>
          </a:p>
          <a:p>
            <a:pPr marL="0" lvl="0" indent="0" algn="l">
              <a:spcBef>
                <a:spcPts val="0"/>
              </a:spcBef>
              <a:spcAft>
                <a:spcPts val="0"/>
              </a:spcAft>
              <a:buNone/>
            </a:pPr>
            <a:endParaRPr dirty="0"/>
          </a:p>
        </p:txBody>
      </p:sp>
      <p:sp>
        <p:nvSpPr>
          <p:cNvPr id="332" name="Google Shape;332;p10:notes">
            <a:extLst>
              <a:ext uri="{FF2B5EF4-FFF2-40B4-BE49-F238E27FC236}">
                <a16:creationId xmlns:a16="http://schemas.microsoft.com/office/drawing/2014/main" id="{A3DB6824-CABD-BEF8-204B-5D922DE78F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48896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This replication wasn’t just a data science exercise — it was a lesson in the real-world complexity of working with sociological survey data, especially when it’s old, multilingual, and massive in scope.</a:t>
            </a:r>
          </a:p>
          <a:p>
            <a:pPr>
              <a:buNone/>
            </a:pPr>
            <a:r>
              <a:rPr lang="en-US" dirty="0"/>
              <a:t>First, the </a:t>
            </a:r>
            <a:r>
              <a:rPr lang="en-US" b="1" dirty="0"/>
              <a:t>data wrangling</a:t>
            </a:r>
            <a:r>
              <a:rPr lang="en-US" dirty="0"/>
              <a:t> was intense. The dataset and the codebook were written entirely in </a:t>
            </a:r>
            <a:r>
              <a:rPr lang="en-US" b="1" dirty="0"/>
              <a:t>German</a:t>
            </a:r>
            <a:r>
              <a:rPr lang="en-US" dirty="0"/>
              <a:t>, and even with translation tools, understanding the </a:t>
            </a:r>
            <a:r>
              <a:rPr lang="en-US" b="1" dirty="0"/>
              <a:t>nuanced meanings</a:t>
            </a:r>
            <a:r>
              <a:rPr lang="en-US" dirty="0"/>
              <a:t> of variable labels or survey responses required cross-checking across documentation, context, and common sense. It felt less like coding and more like detective work at times. With 300+ variables, it was easy to lose track unless I worked methodically and documented every step.</a:t>
            </a:r>
          </a:p>
          <a:p>
            <a:pPr>
              <a:buNone/>
            </a:pPr>
            <a:r>
              <a:rPr lang="en-US" dirty="0"/>
              <a:t>Second, </a:t>
            </a:r>
            <a:r>
              <a:rPr lang="en-US" b="1" dirty="0"/>
              <a:t>mapping those variables to theory</a:t>
            </a:r>
            <a:r>
              <a:rPr lang="en-US" dirty="0"/>
              <a:t> was absolutely critical. The paper refers to constructs like "general human capital" or "organizational newness" — but these aren’t single columns in the dataset. They had to be constructed carefully. For instance, “industry-specific experience” was derived from a binary interpretation of a text response, and “registered firm” required recoding based on legal form descriptions. It made me realize how essential it is to ground your variables in </a:t>
            </a:r>
            <a:r>
              <a:rPr lang="en-US" b="1" dirty="0"/>
              <a:t>theoretical clarity</a:t>
            </a:r>
            <a:r>
              <a:rPr lang="en-US" dirty="0"/>
              <a:t>.</a:t>
            </a:r>
          </a:p>
          <a:p>
            <a:pPr>
              <a:buNone/>
            </a:pPr>
            <a:r>
              <a:rPr lang="en-US" dirty="0"/>
              <a:t>One big takeaway was how much </a:t>
            </a:r>
            <a:r>
              <a:rPr lang="en-US" b="1" dirty="0"/>
              <a:t>human capital and firm structure still matter</a:t>
            </a:r>
            <a:r>
              <a:rPr lang="en-US" dirty="0"/>
              <a:t>. Even though this study was based in 1980s Germany, the predictors of survival — like education, experience, capital, and size — remain highly relevant. It reinforced my belief that solid sociological theories often </a:t>
            </a:r>
            <a:r>
              <a:rPr lang="en-US" b="1" dirty="0"/>
              <a:t>stand the test of time</a:t>
            </a:r>
            <a:r>
              <a:rPr lang="en-US" dirty="0"/>
              <a:t>.</a:t>
            </a:r>
          </a:p>
          <a:p>
            <a:pPr>
              <a:buNone/>
            </a:pPr>
            <a:r>
              <a:rPr lang="en-US" dirty="0"/>
              <a:t>Lastly, replicating the model taught me the value of </a:t>
            </a:r>
            <a:r>
              <a:rPr lang="en-US" b="1" dirty="0"/>
              <a:t>rigorous alignment</a:t>
            </a:r>
            <a:r>
              <a:rPr lang="en-US" dirty="0"/>
              <a:t>. Slight differences in how you clean, transform, or define a variable — like logging capital invested or deciding how to handle missing data — can significantly shift the results. It gave me a deeper appreciation for the transparency and reproducibility that good research demands. It also reminded me why so few replications exist — they’re hard, but incredibly rewarding.</a:t>
            </a:r>
          </a:p>
          <a:p>
            <a:pPr marL="0" indent="0">
              <a:buNone/>
            </a:pPr>
            <a:endParaRPr lang="en-US" dirty="0"/>
          </a:p>
        </p:txBody>
      </p:sp>
      <p:sp>
        <p:nvSpPr>
          <p:cNvPr id="530" name="Google Shape;530;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640EC28C-72A1-7F33-05D9-D9CAA8AE31FC}"/>
            </a:ext>
          </a:extLst>
        </p:cNvPr>
        <p:cNvGrpSpPr/>
        <p:nvPr/>
      </p:nvGrpSpPr>
      <p:grpSpPr>
        <a:xfrm>
          <a:off x="0" y="0"/>
          <a:ext cx="0" cy="0"/>
          <a:chOff x="0" y="0"/>
          <a:chExt cx="0" cy="0"/>
        </a:xfrm>
      </p:grpSpPr>
      <p:sp>
        <p:nvSpPr>
          <p:cNvPr id="529" name="Google Shape;529;p17:notes">
            <a:extLst>
              <a:ext uri="{FF2B5EF4-FFF2-40B4-BE49-F238E27FC236}">
                <a16:creationId xmlns:a16="http://schemas.microsoft.com/office/drawing/2014/main" id="{49F9547E-428C-E1C2-4747-3E4EBAE1F3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That wraps up my presentation. Thanks so much for your attention—I’m happy to take any questions .</a:t>
            </a:r>
          </a:p>
        </p:txBody>
      </p:sp>
      <p:sp>
        <p:nvSpPr>
          <p:cNvPr id="530" name="Google Shape;530;p17:notes">
            <a:extLst>
              <a:ext uri="{FF2B5EF4-FFF2-40B4-BE49-F238E27FC236}">
                <a16:creationId xmlns:a16="http://schemas.microsoft.com/office/drawing/2014/main" id="{BA227F45-4216-E61E-631C-211EAD9842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7240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3"/>
          <p:cNvSpPr txBox="1">
            <a:spLocks noGrp="1"/>
          </p:cNvSpPr>
          <p:nvPr>
            <p:ph type="subTitle" idx="1"/>
          </p:nvPr>
        </p:nvSpPr>
        <p:spPr>
          <a:xfrm>
            <a:off x="5943600" y="44783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SzPts val="3200"/>
              <a:buNone/>
              <a:defRPr/>
            </a:lvl1pPr>
            <a:lvl2pPr lvl="1" algn="ctr">
              <a:spcBef>
                <a:spcPts val="560"/>
              </a:spcBef>
              <a:spcAft>
                <a:spcPts val="0"/>
              </a:spcAft>
              <a:buSzPts val="2800"/>
              <a:buNone/>
              <a:defRPr/>
            </a:lvl2pPr>
            <a:lvl3pPr lvl="2" algn="ctr">
              <a:spcBef>
                <a:spcPts val="480"/>
              </a:spcBef>
              <a:spcAft>
                <a:spcPts val="0"/>
              </a:spcAft>
              <a:buSzPts val="2400"/>
              <a:buNone/>
              <a:defRPr/>
            </a:lvl3pPr>
            <a:lvl4pPr lvl="3" algn="ctr">
              <a:spcBef>
                <a:spcPts val="400"/>
              </a:spcBef>
              <a:spcAft>
                <a:spcPts val="0"/>
              </a:spcAft>
              <a:buSzPts val="2000"/>
              <a:buNone/>
              <a:defRPr/>
            </a:lvl4pPr>
            <a:lvl5pPr lvl="4" algn="ctr">
              <a:spcBef>
                <a:spcPts val="400"/>
              </a:spcBef>
              <a:spcAft>
                <a:spcPts val="0"/>
              </a:spcAft>
              <a:buSzPts val="2000"/>
              <a:buNone/>
              <a:defRPr/>
            </a:lvl5pPr>
            <a:lvl6pPr lvl="5" algn="ctr">
              <a:spcBef>
                <a:spcPts val="400"/>
              </a:spcBef>
              <a:spcAft>
                <a:spcPts val="0"/>
              </a:spcAft>
              <a:buSzPts val="2000"/>
              <a:buNone/>
              <a:defRPr/>
            </a:lvl6pPr>
            <a:lvl7pPr lvl="6" algn="ctr">
              <a:spcBef>
                <a:spcPts val="400"/>
              </a:spcBef>
              <a:spcAft>
                <a:spcPts val="0"/>
              </a:spcAft>
              <a:buSzPts val="2000"/>
              <a:buNone/>
              <a:defRPr/>
            </a:lvl7pPr>
            <a:lvl8pPr lvl="7" algn="ctr">
              <a:spcBef>
                <a:spcPts val="400"/>
              </a:spcBef>
              <a:spcAft>
                <a:spcPts val="0"/>
              </a:spcAft>
              <a:buSzPts val="2000"/>
              <a:buNone/>
              <a:defRPr/>
            </a:lvl8pPr>
            <a:lvl9pPr lvl="8" algn="ctr">
              <a:spcBef>
                <a:spcPts val="400"/>
              </a:spcBef>
              <a:spcAft>
                <a:spcPts val="0"/>
              </a:spcAft>
              <a:buSzPts val="2000"/>
              <a:buNone/>
              <a:defRPr/>
            </a:lvl9pPr>
          </a:lstStyle>
          <a:p>
            <a:endParaRPr/>
          </a:p>
        </p:txBody>
      </p:sp>
      <p:sp>
        <p:nvSpPr>
          <p:cNvPr id="11" name="Google Shape;11;p3"/>
          <p:cNvSpPr txBox="1">
            <a:spLocks noGrp="1"/>
          </p:cNvSpPr>
          <p:nvPr>
            <p:ph type="title"/>
          </p:nvPr>
        </p:nvSpPr>
        <p:spPr>
          <a:xfrm>
            <a:off x="1406550" y="1124175"/>
            <a:ext cx="154749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lt2"/>
              </a:buClr>
              <a:buSzPts val="9000"/>
              <a:buFont typeface="Noto Sans"/>
              <a:buNone/>
              <a:defRPr sz="9000" i="0" u="none" strike="noStrike" cap="none">
                <a:solidFill>
                  <a:schemeClr val="lt2"/>
                </a:solidFill>
                <a:latin typeface="Noto Sans"/>
                <a:ea typeface="Noto Sans"/>
                <a:cs typeface="Noto Sans"/>
                <a:sym typeface="Noto Sa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pic>
        <p:nvPicPr>
          <p:cNvPr id="12" name="Google Shape;12;p3"/>
          <p:cNvPicPr preferRelativeResize="0"/>
          <p:nvPr/>
        </p:nvPicPr>
        <p:blipFill>
          <a:blip r:embed="rId2">
            <a:alphaModFix/>
          </a:blip>
          <a:stretch>
            <a:fillRect/>
          </a:stretch>
        </p:blipFill>
        <p:spPr>
          <a:xfrm>
            <a:off x="0" y="5448375"/>
            <a:ext cx="2748975" cy="4636254"/>
          </a:xfrm>
          <a:prstGeom prst="rect">
            <a:avLst/>
          </a:prstGeom>
          <a:noFill/>
          <a:ln>
            <a:noFill/>
          </a:ln>
        </p:spPr>
      </p:pic>
      <p:pic>
        <p:nvPicPr>
          <p:cNvPr id="13" name="Google Shape;13;p3"/>
          <p:cNvPicPr preferRelativeResize="0"/>
          <p:nvPr/>
        </p:nvPicPr>
        <p:blipFill>
          <a:blip r:embed="rId3">
            <a:alphaModFix/>
          </a:blip>
          <a:stretch>
            <a:fillRect/>
          </a:stretch>
        </p:blipFill>
        <p:spPr>
          <a:xfrm>
            <a:off x="1030750" y="1081522"/>
            <a:ext cx="936775" cy="955024"/>
          </a:xfrm>
          <a:prstGeom prst="rect">
            <a:avLst/>
          </a:prstGeom>
          <a:noFill/>
          <a:ln>
            <a:noFill/>
          </a:ln>
        </p:spPr>
      </p:pic>
      <p:pic>
        <p:nvPicPr>
          <p:cNvPr id="14" name="Google Shape;14;p3"/>
          <p:cNvPicPr preferRelativeResize="0"/>
          <p:nvPr/>
        </p:nvPicPr>
        <p:blipFill>
          <a:blip r:embed="rId4">
            <a:alphaModFix/>
          </a:blip>
          <a:stretch>
            <a:fillRect/>
          </a:stretch>
        </p:blipFill>
        <p:spPr>
          <a:xfrm>
            <a:off x="16096100" y="387588"/>
            <a:ext cx="1920724" cy="2342900"/>
          </a:xfrm>
          <a:prstGeom prst="rect">
            <a:avLst/>
          </a:prstGeom>
          <a:noFill/>
          <a:ln>
            <a:noFill/>
          </a:ln>
        </p:spPr>
      </p:pic>
      <p:grpSp>
        <p:nvGrpSpPr>
          <p:cNvPr id="15" name="Google Shape;15;p3"/>
          <p:cNvGrpSpPr/>
          <p:nvPr/>
        </p:nvGrpSpPr>
        <p:grpSpPr>
          <a:xfrm>
            <a:off x="16419491" y="8793162"/>
            <a:ext cx="1016732" cy="1016732"/>
            <a:chOff x="0" y="0"/>
            <a:chExt cx="812800" cy="812800"/>
          </a:xfrm>
        </p:grpSpPr>
        <p:sp>
          <p:nvSpPr>
            <p:cNvPr id="16" name="Google Shape;16;p3"/>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sp>
        <p:sp>
          <p:nvSpPr>
            <p:cNvPr id="17" name="Google Shape;17;p3"/>
            <p:cNvSpPr txBox="1"/>
            <p:nvPr/>
          </p:nvSpPr>
          <p:spPr>
            <a:xfrm>
              <a:off x="152400" y="104775"/>
              <a:ext cx="507900" cy="5556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 name="Google Shape;18;p3"/>
          <p:cNvGrpSpPr/>
          <p:nvPr/>
        </p:nvGrpSpPr>
        <p:grpSpPr>
          <a:xfrm>
            <a:off x="17169056" y="8767251"/>
            <a:ext cx="534253" cy="534253"/>
            <a:chOff x="0" y="0"/>
            <a:chExt cx="812800" cy="812800"/>
          </a:xfrm>
        </p:grpSpPr>
        <p:sp>
          <p:nvSpPr>
            <p:cNvPr id="19" name="Google Shape;19;p3"/>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2926E"/>
            </a:solidFill>
            <a:ln>
              <a:noFill/>
            </a:ln>
          </p:spPr>
        </p:sp>
        <p:sp>
          <p:nvSpPr>
            <p:cNvPr id="20" name="Google Shape;20;p3"/>
            <p:cNvSpPr txBox="1"/>
            <p:nvPr/>
          </p:nvSpPr>
          <p:spPr>
            <a:xfrm>
              <a:off x="152400" y="104775"/>
              <a:ext cx="507900" cy="5556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1406550" y="1124175"/>
            <a:ext cx="154749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5029200" y="4492800"/>
            <a:ext cx="8229600" cy="45261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24" name="Google Shape;24;p4"/>
          <p:cNvPicPr preferRelativeResize="0"/>
          <p:nvPr/>
        </p:nvPicPr>
        <p:blipFill>
          <a:blip r:embed="rId2">
            <a:alphaModFix/>
          </a:blip>
          <a:stretch>
            <a:fillRect/>
          </a:stretch>
        </p:blipFill>
        <p:spPr>
          <a:xfrm>
            <a:off x="16061300" y="-101350"/>
            <a:ext cx="2570079" cy="2308275"/>
          </a:xfrm>
          <a:prstGeom prst="rect">
            <a:avLst/>
          </a:prstGeom>
          <a:noFill/>
          <a:ln>
            <a:noFill/>
          </a:ln>
        </p:spPr>
      </p:pic>
      <p:pic>
        <p:nvPicPr>
          <p:cNvPr id="25" name="Google Shape;25;p4"/>
          <p:cNvPicPr preferRelativeResize="0"/>
          <p:nvPr/>
        </p:nvPicPr>
        <p:blipFill>
          <a:blip r:embed="rId3">
            <a:alphaModFix/>
          </a:blip>
          <a:stretch>
            <a:fillRect/>
          </a:stretch>
        </p:blipFill>
        <p:spPr>
          <a:xfrm>
            <a:off x="711716" y="6423372"/>
            <a:ext cx="3250994" cy="3070384"/>
          </a:xfrm>
          <a:prstGeom prst="rect">
            <a:avLst/>
          </a:prstGeom>
          <a:noFill/>
          <a:ln>
            <a:noFill/>
          </a:ln>
        </p:spPr>
      </p:pic>
      <p:grpSp>
        <p:nvGrpSpPr>
          <p:cNvPr id="26" name="Google Shape;26;p4"/>
          <p:cNvGrpSpPr/>
          <p:nvPr/>
        </p:nvGrpSpPr>
        <p:grpSpPr>
          <a:xfrm>
            <a:off x="17259300" y="2974894"/>
            <a:ext cx="3203895" cy="3203895"/>
            <a:chOff x="0" y="0"/>
            <a:chExt cx="812800" cy="812800"/>
          </a:xfrm>
        </p:grpSpPr>
        <p:sp>
          <p:nvSpPr>
            <p:cNvPr id="27" name="Google Shape;27;p4"/>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sp>
        <p:sp>
          <p:nvSpPr>
            <p:cNvPr id="28" name="Google Shape;28;p4"/>
            <p:cNvSpPr txBox="1"/>
            <p:nvPr/>
          </p:nvSpPr>
          <p:spPr>
            <a:xfrm>
              <a:off x="152400" y="104775"/>
              <a:ext cx="507900" cy="5556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 name="Google Shape;29;p4"/>
          <p:cNvGrpSpPr/>
          <p:nvPr/>
        </p:nvGrpSpPr>
        <p:grpSpPr>
          <a:xfrm>
            <a:off x="470808" y="1412506"/>
            <a:ext cx="794431" cy="794431"/>
            <a:chOff x="0" y="0"/>
            <a:chExt cx="812800" cy="812800"/>
          </a:xfrm>
        </p:grpSpPr>
        <p:sp>
          <p:nvSpPr>
            <p:cNvPr id="30" name="Google Shape;30;p4"/>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2926E"/>
            </a:solidFill>
            <a:ln>
              <a:noFill/>
            </a:ln>
          </p:spPr>
        </p:sp>
        <p:sp>
          <p:nvSpPr>
            <p:cNvPr id="31" name="Google Shape;31;p4"/>
            <p:cNvSpPr txBox="1"/>
            <p:nvPr/>
          </p:nvSpPr>
          <p:spPr>
            <a:xfrm>
              <a:off x="152400" y="104775"/>
              <a:ext cx="507900" cy="5556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2" name="Google Shape;32;p4"/>
          <p:cNvGrpSpPr/>
          <p:nvPr/>
        </p:nvGrpSpPr>
        <p:grpSpPr>
          <a:xfrm>
            <a:off x="786783" y="719152"/>
            <a:ext cx="1264067" cy="1264067"/>
            <a:chOff x="0" y="0"/>
            <a:chExt cx="812800" cy="812800"/>
          </a:xfrm>
        </p:grpSpPr>
        <p:sp>
          <p:nvSpPr>
            <p:cNvPr id="33" name="Google Shape;33;p4"/>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sp>
        <p:sp>
          <p:nvSpPr>
            <p:cNvPr id="34" name="Google Shape;34;p4"/>
            <p:cNvSpPr txBox="1"/>
            <p:nvPr/>
          </p:nvSpPr>
          <p:spPr>
            <a:xfrm>
              <a:off x="152400" y="104775"/>
              <a:ext cx="507900" cy="5556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5"/>
          <p:cNvSpPr txBox="1">
            <a:spLocks noGrp="1"/>
          </p:cNvSpPr>
          <p:nvPr>
            <p:ph type="body" idx="1"/>
          </p:nvPr>
        </p:nvSpPr>
        <p:spPr>
          <a:xfrm>
            <a:off x="4789763" y="6382038"/>
            <a:ext cx="7772400" cy="150030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SzPts val="2400"/>
              <a:buNone/>
              <a:defRPr/>
            </a:lvl1pPr>
            <a:lvl2pPr marL="914400" lvl="1" indent="-228600" algn="l">
              <a:spcBef>
                <a:spcPts val="360"/>
              </a:spcBef>
              <a:spcAft>
                <a:spcPts val="0"/>
              </a:spcAft>
              <a:buSzPts val="2400"/>
              <a:buNone/>
              <a:defRPr/>
            </a:lvl2pPr>
            <a:lvl3pPr marL="1371600" lvl="2" indent="-228600" algn="l">
              <a:spcBef>
                <a:spcPts val="320"/>
              </a:spcBef>
              <a:spcAft>
                <a:spcPts val="0"/>
              </a:spcAft>
              <a:buSzPts val="2400"/>
              <a:buNone/>
              <a:defRPr/>
            </a:lvl3pPr>
            <a:lvl4pPr marL="1828800" lvl="3" indent="-228600" algn="l">
              <a:spcBef>
                <a:spcPts val="280"/>
              </a:spcBef>
              <a:spcAft>
                <a:spcPts val="0"/>
              </a:spcAft>
              <a:buSzPts val="2400"/>
              <a:buNone/>
              <a:defRPr/>
            </a:lvl4pPr>
            <a:lvl5pPr marL="2286000" lvl="4" indent="-228600" algn="l">
              <a:spcBef>
                <a:spcPts val="280"/>
              </a:spcBef>
              <a:spcAft>
                <a:spcPts val="0"/>
              </a:spcAft>
              <a:buSzPts val="2400"/>
              <a:buNone/>
              <a:defRPr/>
            </a:lvl5pPr>
            <a:lvl6pPr marL="2743200" lvl="5" indent="-228600" algn="l">
              <a:spcBef>
                <a:spcPts val="280"/>
              </a:spcBef>
              <a:spcAft>
                <a:spcPts val="0"/>
              </a:spcAft>
              <a:buSzPts val="2400"/>
              <a:buNone/>
              <a:defRPr/>
            </a:lvl6pPr>
            <a:lvl7pPr marL="3200400" lvl="6" indent="-228600" algn="l">
              <a:spcBef>
                <a:spcPts val="280"/>
              </a:spcBef>
              <a:spcAft>
                <a:spcPts val="0"/>
              </a:spcAft>
              <a:buSzPts val="2400"/>
              <a:buNone/>
              <a:defRPr/>
            </a:lvl7pPr>
            <a:lvl8pPr marL="3657600" lvl="7" indent="-228600" algn="l">
              <a:spcBef>
                <a:spcPts val="280"/>
              </a:spcBef>
              <a:spcAft>
                <a:spcPts val="0"/>
              </a:spcAft>
              <a:buSzPts val="2400"/>
              <a:buNone/>
              <a:defRPr/>
            </a:lvl8pPr>
            <a:lvl9pPr marL="4114800" lvl="8" indent="-228600" algn="l">
              <a:spcBef>
                <a:spcPts val="280"/>
              </a:spcBef>
              <a:spcAft>
                <a:spcPts val="0"/>
              </a:spcAft>
              <a:buSzPts val="2400"/>
              <a:buNone/>
              <a:defRPr/>
            </a:lvl9pPr>
          </a:lstStyle>
          <a:p>
            <a:endParaRPr/>
          </a:p>
        </p:txBody>
      </p:sp>
      <p:sp>
        <p:nvSpPr>
          <p:cNvPr id="37" name="Google Shape;37;p5"/>
          <p:cNvSpPr txBox="1">
            <a:spLocks noGrp="1"/>
          </p:cNvSpPr>
          <p:nvPr>
            <p:ph type="title"/>
          </p:nvPr>
        </p:nvSpPr>
        <p:spPr>
          <a:xfrm>
            <a:off x="1406550" y="1124175"/>
            <a:ext cx="154749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lt2"/>
              </a:buClr>
              <a:buSzPts val="9000"/>
              <a:buFont typeface="Noto Sans"/>
              <a:buNone/>
              <a:defRPr sz="9000" i="0" u="none" strike="noStrike" cap="none">
                <a:solidFill>
                  <a:schemeClr val="lt2"/>
                </a:solidFill>
                <a:latin typeface="Noto Sans"/>
                <a:ea typeface="Noto Sans"/>
                <a:cs typeface="Noto Sans"/>
                <a:sym typeface="Noto Sa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pic>
        <p:nvPicPr>
          <p:cNvPr id="38" name="Google Shape;38;p5"/>
          <p:cNvPicPr preferRelativeResize="0"/>
          <p:nvPr/>
        </p:nvPicPr>
        <p:blipFill>
          <a:blip r:embed="rId2">
            <a:alphaModFix/>
          </a:blip>
          <a:stretch>
            <a:fillRect/>
          </a:stretch>
        </p:blipFill>
        <p:spPr>
          <a:xfrm>
            <a:off x="16087625" y="5992285"/>
            <a:ext cx="1865950" cy="2592314"/>
          </a:xfrm>
          <a:prstGeom prst="rect">
            <a:avLst/>
          </a:prstGeom>
          <a:noFill/>
          <a:ln>
            <a:noFill/>
          </a:ln>
        </p:spPr>
      </p:pic>
      <p:pic>
        <p:nvPicPr>
          <p:cNvPr id="39" name="Google Shape;39;p5"/>
          <p:cNvPicPr preferRelativeResize="0"/>
          <p:nvPr/>
        </p:nvPicPr>
        <p:blipFill>
          <a:blip r:embed="rId3">
            <a:alphaModFix/>
          </a:blip>
          <a:stretch>
            <a:fillRect/>
          </a:stretch>
        </p:blipFill>
        <p:spPr>
          <a:xfrm>
            <a:off x="538029" y="3626600"/>
            <a:ext cx="1785608" cy="1714500"/>
          </a:xfrm>
          <a:prstGeom prst="rect">
            <a:avLst/>
          </a:prstGeom>
          <a:noFill/>
          <a:ln>
            <a:noFill/>
          </a:ln>
        </p:spPr>
      </p:pic>
      <p:grpSp>
        <p:nvGrpSpPr>
          <p:cNvPr id="40" name="Google Shape;40;p5"/>
          <p:cNvGrpSpPr/>
          <p:nvPr/>
        </p:nvGrpSpPr>
        <p:grpSpPr>
          <a:xfrm>
            <a:off x="-891803" y="8924610"/>
            <a:ext cx="2322657" cy="2322657"/>
            <a:chOff x="0" y="0"/>
            <a:chExt cx="812800" cy="812800"/>
          </a:xfrm>
        </p:grpSpPr>
        <p:sp>
          <p:nvSpPr>
            <p:cNvPr id="41" name="Google Shape;41;p5"/>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sp>
        <p:sp>
          <p:nvSpPr>
            <p:cNvPr id="42" name="Google Shape;42;p5"/>
            <p:cNvSpPr txBox="1"/>
            <p:nvPr/>
          </p:nvSpPr>
          <p:spPr>
            <a:xfrm>
              <a:off x="152400" y="104775"/>
              <a:ext cx="507900" cy="5556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43" name="Google Shape;43;p5"/>
          <p:cNvPicPr preferRelativeResize="0"/>
          <p:nvPr/>
        </p:nvPicPr>
        <p:blipFill>
          <a:blip r:embed="rId4">
            <a:alphaModFix/>
          </a:blip>
          <a:stretch>
            <a:fillRect/>
          </a:stretch>
        </p:blipFill>
        <p:spPr>
          <a:xfrm>
            <a:off x="16857149" y="512900"/>
            <a:ext cx="1002125" cy="100819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4"/>
        <p:cNvGrpSpPr/>
        <p:nvPr/>
      </p:nvGrpSpPr>
      <p:grpSpPr>
        <a:xfrm>
          <a:off x="0" y="0"/>
          <a:ext cx="0" cy="0"/>
          <a:chOff x="0" y="0"/>
          <a:chExt cx="0" cy="0"/>
        </a:xfrm>
      </p:grpSpPr>
      <p:sp>
        <p:nvSpPr>
          <p:cNvPr id="45" name="Google Shape;45;p6"/>
          <p:cNvSpPr txBox="1">
            <a:spLocks noGrp="1"/>
          </p:cNvSpPr>
          <p:nvPr>
            <p:ph type="title"/>
          </p:nvPr>
        </p:nvSpPr>
        <p:spPr>
          <a:xfrm>
            <a:off x="1406550" y="1124175"/>
            <a:ext cx="154749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6"/>
          <p:cNvSpPr txBox="1">
            <a:spLocks noGrp="1"/>
          </p:cNvSpPr>
          <p:nvPr>
            <p:ph type="body" idx="1"/>
          </p:nvPr>
        </p:nvSpPr>
        <p:spPr>
          <a:xfrm>
            <a:off x="2316413" y="4277500"/>
            <a:ext cx="6701100" cy="4526100"/>
          </a:xfrm>
          <a:prstGeom prst="rect">
            <a:avLst/>
          </a:prstGeom>
          <a:noFill/>
          <a:ln>
            <a:noFill/>
          </a:ln>
        </p:spPr>
        <p:txBody>
          <a:bodyPr spcFirstLastPara="1" wrap="square" lIns="91425" tIns="45700" rIns="91425" bIns="45700" anchor="t" anchorCtr="0">
            <a:normAutofit/>
          </a:bodyPr>
          <a:lstStyle>
            <a:lvl1pPr marL="457200" lvl="0" indent="-381000" algn="l">
              <a:spcBef>
                <a:spcPts val="560"/>
              </a:spcBef>
              <a:spcAft>
                <a:spcPts val="0"/>
              </a:spcAft>
              <a:buClr>
                <a:schemeClr val="dk1"/>
              </a:buClr>
              <a:buSzPts val="2400"/>
              <a:buChar char="•"/>
              <a:defRPr/>
            </a:lvl1pPr>
            <a:lvl2pPr marL="914400" lvl="1" indent="-381000" algn="l">
              <a:spcBef>
                <a:spcPts val="480"/>
              </a:spcBef>
              <a:spcAft>
                <a:spcPts val="0"/>
              </a:spcAft>
              <a:buClr>
                <a:schemeClr val="dk1"/>
              </a:buClr>
              <a:buSzPts val="2400"/>
              <a:buChar char="–"/>
              <a:defRPr/>
            </a:lvl2pPr>
            <a:lvl3pPr marL="1371600" lvl="2" indent="-381000" algn="l">
              <a:spcBef>
                <a:spcPts val="400"/>
              </a:spcBef>
              <a:spcAft>
                <a:spcPts val="0"/>
              </a:spcAft>
              <a:buClr>
                <a:schemeClr val="dk1"/>
              </a:buClr>
              <a:buSzPts val="2400"/>
              <a:buChar char="•"/>
              <a:defRPr/>
            </a:lvl3pPr>
            <a:lvl4pPr marL="1828800" lvl="3" indent="-381000" algn="l">
              <a:spcBef>
                <a:spcPts val="360"/>
              </a:spcBef>
              <a:spcAft>
                <a:spcPts val="0"/>
              </a:spcAft>
              <a:buClr>
                <a:schemeClr val="dk1"/>
              </a:buClr>
              <a:buSzPts val="2400"/>
              <a:buChar char="–"/>
              <a:defRPr/>
            </a:lvl4pPr>
            <a:lvl5pPr marL="2286000" lvl="4" indent="-381000" algn="l">
              <a:spcBef>
                <a:spcPts val="360"/>
              </a:spcBef>
              <a:spcAft>
                <a:spcPts val="0"/>
              </a:spcAft>
              <a:buClr>
                <a:schemeClr val="dk1"/>
              </a:buClr>
              <a:buSzPts val="2400"/>
              <a:buChar char="»"/>
              <a:defRPr/>
            </a:lvl5pPr>
            <a:lvl6pPr marL="2743200" lvl="5" indent="-381000" algn="l">
              <a:spcBef>
                <a:spcPts val="360"/>
              </a:spcBef>
              <a:spcAft>
                <a:spcPts val="0"/>
              </a:spcAft>
              <a:buClr>
                <a:schemeClr val="dk1"/>
              </a:buClr>
              <a:buSzPts val="2400"/>
              <a:buChar char="•"/>
              <a:defRPr/>
            </a:lvl6pPr>
            <a:lvl7pPr marL="3200400" lvl="6" indent="-381000" algn="l">
              <a:spcBef>
                <a:spcPts val="360"/>
              </a:spcBef>
              <a:spcAft>
                <a:spcPts val="0"/>
              </a:spcAft>
              <a:buClr>
                <a:schemeClr val="dk1"/>
              </a:buClr>
              <a:buSzPts val="2400"/>
              <a:buChar char="•"/>
              <a:defRPr/>
            </a:lvl7pPr>
            <a:lvl8pPr marL="3657600" lvl="7" indent="-381000" algn="l">
              <a:spcBef>
                <a:spcPts val="360"/>
              </a:spcBef>
              <a:spcAft>
                <a:spcPts val="0"/>
              </a:spcAft>
              <a:buClr>
                <a:schemeClr val="dk1"/>
              </a:buClr>
              <a:buSzPts val="2400"/>
              <a:buChar char="•"/>
              <a:defRPr/>
            </a:lvl8pPr>
            <a:lvl9pPr marL="4114800" lvl="8" indent="-381000" algn="l">
              <a:spcBef>
                <a:spcPts val="360"/>
              </a:spcBef>
              <a:spcAft>
                <a:spcPts val="0"/>
              </a:spcAft>
              <a:buClr>
                <a:schemeClr val="dk1"/>
              </a:buClr>
              <a:buSzPts val="2400"/>
              <a:buChar char="•"/>
              <a:defRPr/>
            </a:lvl9pPr>
          </a:lstStyle>
          <a:p>
            <a:endParaRPr/>
          </a:p>
        </p:txBody>
      </p:sp>
      <p:sp>
        <p:nvSpPr>
          <p:cNvPr id="47" name="Google Shape;47;p6"/>
          <p:cNvSpPr txBox="1">
            <a:spLocks noGrp="1"/>
          </p:cNvSpPr>
          <p:nvPr>
            <p:ph type="body" idx="2"/>
          </p:nvPr>
        </p:nvSpPr>
        <p:spPr>
          <a:xfrm>
            <a:off x="9270475" y="4277500"/>
            <a:ext cx="6701100" cy="4526100"/>
          </a:xfrm>
          <a:prstGeom prst="rect">
            <a:avLst/>
          </a:prstGeom>
          <a:noFill/>
          <a:ln>
            <a:noFill/>
          </a:ln>
        </p:spPr>
        <p:txBody>
          <a:bodyPr spcFirstLastPara="1" wrap="square" lIns="91425" tIns="45700" rIns="91425" bIns="45700" anchor="t" anchorCtr="0">
            <a:normAutofit/>
          </a:bodyPr>
          <a:lstStyle>
            <a:lvl1pPr marL="457200" lvl="0" indent="-381000" algn="l">
              <a:spcBef>
                <a:spcPts val="560"/>
              </a:spcBef>
              <a:spcAft>
                <a:spcPts val="0"/>
              </a:spcAft>
              <a:buClr>
                <a:schemeClr val="dk1"/>
              </a:buClr>
              <a:buSzPts val="2400"/>
              <a:buChar char="•"/>
              <a:defRPr/>
            </a:lvl1pPr>
            <a:lvl2pPr marL="914400" lvl="1" indent="-381000" algn="l">
              <a:spcBef>
                <a:spcPts val="480"/>
              </a:spcBef>
              <a:spcAft>
                <a:spcPts val="0"/>
              </a:spcAft>
              <a:buClr>
                <a:schemeClr val="dk1"/>
              </a:buClr>
              <a:buSzPts val="2400"/>
              <a:buChar char="–"/>
              <a:defRPr/>
            </a:lvl2pPr>
            <a:lvl3pPr marL="1371600" lvl="2" indent="-381000" algn="l">
              <a:spcBef>
                <a:spcPts val="400"/>
              </a:spcBef>
              <a:spcAft>
                <a:spcPts val="0"/>
              </a:spcAft>
              <a:buClr>
                <a:schemeClr val="dk1"/>
              </a:buClr>
              <a:buSzPts val="2400"/>
              <a:buChar char="•"/>
              <a:defRPr/>
            </a:lvl3pPr>
            <a:lvl4pPr marL="1828800" lvl="3" indent="-381000" algn="l">
              <a:spcBef>
                <a:spcPts val="360"/>
              </a:spcBef>
              <a:spcAft>
                <a:spcPts val="0"/>
              </a:spcAft>
              <a:buClr>
                <a:schemeClr val="dk1"/>
              </a:buClr>
              <a:buSzPts val="2400"/>
              <a:buChar char="–"/>
              <a:defRPr/>
            </a:lvl4pPr>
            <a:lvl5pPr marL="2286000" lvl="4" indent="-381000" algn="l">
              <a:spcBef>
                <a:spcPts val="360"/>
              </a:spcBef>
              <a:spcAft>
                <a:spcPts val="0"/>
              </a:spcAft>
              <a:buClr>
                <a:schemeClr val="dk1"/>
              </a:buClr>
              <a:buSzPts val="2400"/>
              <a:buChar char="»"/>
              <a:defRPr/>
            </a:lvl5pPr>
            <a:lvl6pPr marL="2743200" lvl="5" indent="-381000" algn="l">
              <a:spcBef>
                <a:spcPts val="360"/>
              </a:spcBef>
              <a:spcAft>
                <a:spcPts val="0"/>
              </a:spcAft>
              <a:buClr>
                <a:schemeClr val="dk1"/>
              </a:buClr>
              <a:buSzPts val="2400"/>
              <a:buChar char="•"/>
              <a:defRPr/>
            </a:lvl6pPr>
            <a:lvl7pPr marL="3200400" lvl="6" indent="-381000" algn="l">
              <a:spcBef>
                <a:spcPts val="360"/>
              </a:spcBef>
              <a:spcAft>
                <a:spcPts val="0"/>
              </a:spcAft>
              <a:buClr>
                <a:schemeClr val="dk1"/>
              </a:buClr>
              <a:buSzPts val="2400"/>
              <a:buChar char="•"/>
              <a:defRPr/>
            </a:lvl7pPr>
            <a:lvl8pPr marL="3657600" lvl="7" indent="-381000" algn="l">
              <a:spcBef>
                <a:spcPts val="360"/>
              </a:spcBef>
              <a:spcAft>
                <a:spcPts val="0"/>
              </a:spcAft>
              <a:buClr>
                <a:schemeClr val="dk1"/>
              </a:buClr>
              <a:buSzPts val="2400"/>
              <a:buChar char="•"/>
              <a:defRPr/>
            </a:lvl8pPr>
            <a:lvl9pPr marL="4114800" lvl="8" indent="-381000" algn="l">
              <a:spcBef>
                <a:spcPts val="360"/>
              </a:spcBef>
              <a:spcAft>
                <a:spcPts val="0"/>
              </a:spcAft>
              <a:buClr>
                <a:schemeClr val="dk1"/>
              </a:buClr>
              <a:buSzPts val="2400"/>
              <a:buChar char="•"/>
              <a:defRPr/>
            </a:lvl9pPr>
          </a:lstStyle>
          <a:p>
            <a:endParaRPr/>
          </a:p>
        </p:txBody>
      </p:sp>
      <p:pic>
        <p:nvPicPr>
          <p:cNvPr id="48" name="Google Shape;48;p6"/>
          <p:cNvPicPr preferRelativeResize="0"/>
          <p:nvPr/>
        </p:nvPicPr>
        <p:blipFill>
          <a:blip r:embed="rId2">
            <a:alphaModFix/>
          </a:blip>
          <a:stretch>
            <a:fillRect/>
          </a:stretch>
        </p:blipFill>
        <p:spPr>
          <a:xfrm>
            <a:off x="16454000" y="8113427"/>
            <a:ext cx="1610600" cy="1549822"/>
          </a:xfrm>
          <a:prstGeom prst="rect">
            <a:avLst/>
          </a:prstGeom>
          <a:noFill/>
          <a:ln>
            <a:noFill/>
          </a:ln>
        </p:spPr>
      </p:pic>
      <p:pic>
        <p:nvPicPr>
          <p:cNvPr id="49" name="Google Shape;49;p6"/>
          <p:cNvPicPr preferRelativeResize="0"/>
          <p:nvPr/>
        </p:nvPicPr>
        <p:blipFill>
          <a:blip r:embed="rId3">
            <a:alphaModFix/>
          </a:blip>
          <a:stretch>
            <a:fillRect/>
          </a:stretch>
        </p:blipFill>
        <p:spPr>
          <a:xfrm>
            <a:off x="0" y="0"/>
            <a:ext cx="1790963" cy="2188275"/>
          </a:xfrm>
          <a:prstGeom prst="rect">
            <a:avLst/>
          </a:prstGeom>
          <a:noFill/>
          <a:ln>
            <a:noFill/>
          </a:ln>
        </p:spPr>
      </p:pic>
      <p:grpSp>
        <p:nvGrpSpPr>
          <p:cNvPr id="50" name="Google Shape;50;p6"/>
          <p:cNvGrpSpPr/>
          <p:nvPr/>
        </p:nvGrpSpPr>
        <p:grpSpPr>
          <a:xfrm>
            <a:off x="840685" y="9136868"/>
            <a:ext cx="767283" cy="767283"/>
            <a:chOff x="0" y="0"/>
            <a:chExt cx="812800" cy="812800"/>
          </a:xfrm>
        </p:grpSpPr>
        <p:sp>
          <p:nvSpPr>
            <p:cNvPr id="51" name="Google Shape;51;p6"/>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2926E"/>
            </a:solidFill>
            <a:ln>
              <a:noFill/>
            </a:ln>
          </p:spPr>
        </p:sp>
        <p:sp>
          <p:nvSpPr>
            <p:cNvPr id="52" name="Google Shape;52;p6"/>
            <p:cNvSpPr txBox="1"/>
            <p:nvPr/>
          </p:nvSpPr>
          <p:spPr>
            <a:xfrm>
              <a:off x="152400" y="104775"/>
              <a:ext cx="507900" cy="5556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3" name="Google Shape;53;p6"/>
          <p:cNvGrpSpPr/>
          <p:nvPr/>
        </p:nvGrpSpPr>
        <p:grpSpPr>
          <a:xfrm>
            <a:off x="16636155" y="1542510"/>
            <a:ext cx="3303707" cy="3303707"/>
            <a:chOff x="0" y="0"/>
            <a:chExt cx="812800" cy="812800"/>
          </a:xfrm>
        </p:grpSpPr>
        <p:sp>
          <p:nvSpPr>
            <p:cNvPr id="54" name="Google Shape;54;p6"/>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sp>
        <p:sp>
          <p:nvSpPr>
            <p:cNvPr id="55" name="Google Shape;55;p6"/>
            <p:cNvSpPr txBox="1"/>
            <p:nvPr/>
          </p:nvSpPr>
          <p:spPr>
            <a:xfrm>
              <a:off x="152400" y="104775"/>
              <a:ext cx="507900" cy="5556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6" name="Google Shape;56;p6"/>
          <p:cNvGrpSpPr/>
          <p:nvPr/>
        </p:nvGrpSpPr>
        <p:grpSpPr>
          <a:xfrm>
            <a:off x="-556710" y="8676035"/>
            <a:ext cx="1992986" cy="1992986"/>
            <a:chOff x="0" y="0"/>
            <a:chExt cx="812800" cy="812800"/>
          </a:xfrm>
        </p:grpSpPr>
        <p:sp>
          <p:nvSpPr>
            <p:cNvPr id="57" name="Google Shape;57;p6"/>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sp>
        <p:sp>
          <p:nvSpPr>
            <p:cNvPr id="58" name="Google Shape;58;p6"/>
            <p:cNvSpPr txBox="1"/>
            <p:nvPr/>
          </p:nvSpPr>
          <p:spPr>
            <a:xfrm>
              <a:off x="152400" y="104775"/>
              <a:ext cx="507900" cy="5556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9"/>
        <p:cNvGrpSpPr/>
        <p:nvPr/>
      </p:nvGrpSpPr>
      <p:grpSpPr>
        <a:xfrm>
          <a:off x="0" y="0"/>
          <a:ext cx="0" cy="0"/>
          <a:chOff x="0" y="0"/>
          <a:chExt cx="0" cy="0"/>
        </a:xfrm>
      </p:grpSpPr>
      <p:sp>
        <p:nvSpPr>
          <p:cNvPr id="60" name="Google Shape;60;p7"/>
          <p:cNvSpPr txBox="1">
            <a:spLocks noGrp="1"/>
          </p:cNvSpPr>
          <p:nvPr>
            <p:ph type="title"/>
          </p:nvPr>
        </p:nvSpPr>
        <p:spPr>
          <a:xfrm>
            <a:off x="1406550" y="1124175"/>
            <a:ext cx="154749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7"/>
          <p:cNvSpPr txBox="1">
            <a:spLocks noGrp="1"/>
          </p:cNvSpPr>
          <p:nvPr>
            <p:ph type="body" idx="1"/>
          </p:nvPr>
        </p:nvSpPr>
        <p:spPr>
          <a:xfrm>
            <a:off x="3564913" y="4697725"/>
            <a:ext cx="54780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a:lvl1pPr>
            <a:lvl2pPr marL="914400" lvl="1" indent="-381000" algn="l">
              <a:spcBef>
                <a:spcPts val="400"/>
              </a:spcBef>
              <a:spcAft>
                <a:spcPts val="0"/>
              </a:spcAft>
              <a:buClr>
                <a:schemeClr val="dk1"/>
              </a:buClr>
              <a:buSzPts val="2400"/>
              <a:buChar char="–"/>
              <a:defRPr/>
            </a:lvl2pPr>
            <a:lvl3pPr marL="1371600" lvl="2" indent="-381000" algn="l">
              <a:spcBef>
                <a:spcPts val="360"/>
              </a:spcBef>
              <a:spcAft>
                <a:spcPts val="0"/>
              </a:spcAft>
              <a:buClr>
                <a:schemeClr val="dk1"/>
              </a:buClr>
              <a:buSzPts val="2400"/>
              <a:buChar char="•"/>
              <a:defRPr/>
            </a:lvl3pPr>
            <a:lvl4pPr marL="1828800" lvl="3" indent="-381000" algn="l">
              <a:spcBef>
                <a:spcPts val="320"/>
              </a:spcBef>
              <a:spcAft>
                <a:spcPts val="0"/>
              </a:spcAft>
              <a:buClr>
                <a:schemeClr val="dk1"/>
              </a:buClr>
              <a:buSzPts val="2400"/>
              <a:buChar char="–"/>
              <a:defRPr/>
            </a:lvl4pPr>
            <a:lvl5pPr marL="2286000" lvl="4" indent="-381000" algn="l">
              <a:spcBef>
                <a:spcPts val="320"/>
              </a:spcBef>
              <a:spcAft>
                <a:spcPts val="0"/>
              </a:spcAft>
              <a:buClr>
                <a:schemeClr val="dk1"/>
              </a:buClr>
              <a:buSzPts val="2400"/>
              <a:buChar char="»"/>
              <a:defRPr/>
            </a:lvl5pPr>
            <a:lvl6pPr marL="2743200" lvl="5" indent="-381000" algn="l">
              <a:spcBef>
                <a:spcPts val="320"/>
              </a:spcBef>
              <a:spcAft>
                <a:spcPts val="0"/>
              </a:spcAft>
              <a:buClr>
                <a:schemeClr val="dk1"/>
              </a:buClr>
              <a:buSzPts val="2400"/>
              <a:buChar char="•"/>
              <a:defRPr/>
            </a:lvl6pPr>
            <a:lvl7pPr marL="3200400" lvl="6" indent="-381000" algn="l">
              <a:spcBef>
                <a:spcPts val="320"/>
              </a:spcBef>
              <a:spcAft>
                <a:spcPts val="0"/>
              </a:spcAft>
              <a:buClr>
                <a:schemeClr val="dk1"/>
              </a:buClr>
              <a:buSzPts val="2400"/>
              <a:buChar char="•"/>
              <a:defRPr/>
            </a:lvl7pPr>
            <a:lvl8pPr marL="3657600" lvl="7" indent="-381000" algn="l">
              <a:spcBef>
                <a:spcPts val="320"/>
              </a:spcBef>
              <a:spcAft>
                <a:spcPts val="0"/>
              </a:spcAft>
              <a:buClr>
                <a:schemeClr val="dk1"/>
              </a:buClr>
              <a:buSzPts val="2400"/>
              <a:buChar char="•"/>
              <a:defRPr/>
            </a:lvl8pPr>
            <a:lvl9pPr marL="4114800" lvl="8" indent="-381000" algn="l">
              <a:spcBef>
                <a:spcPts val="320"/>
              </a:spcBef>
              <a:spcAft>
                <a:spcPts val="0"/>
              </a:spcAft>
              <a:buClr>
                <a:schemeClr val="dk1"/>
              </a:buClr>
              <a:buSzPts val="2400"/>
              <a:buChar char="•"/>
              <a:defRPr/>
            </a:lvl9pPr>
          </a:lstStyle>
          <a:p>
            <a:endParaRPr/>
          </a:p>
        </p:txBody>
      </p:sp>
      <p:sp>
        <p:nvSpPr>
          <p:cNvPr id="62" name="Google Shape;62;p7"/>
          <p:cNvSpPr txBox="1">
            <a:spLocks noGrp="1"/>
          </p:cNvSpPr>
          <p:nvPr>
            <p:ph type="body" idx="2"/>
          </p:nvPr>
        </p:nvSpPr>
        <p:spPr>
          <a:xfrm>
            <a:off x="9242999" y="4697725"/>
            <a:ext cx="54801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a:lvl1pPr>
            <a:lvl2pPr marL="914400" lvl="1" indent="-381000" algn="l">
              <a:spcBef>
                <a:spcPts val="400"/>
              </a:spcBef>
              <a:spcAft>
                <a:spcPts val="0"/>
              </a:spcAft>
              <a:buClr>
                <a:schemeClr val="dk1"/>
              </a:buClr>
              <a:buSzPts val="2400"/>
              <a:buChar char="–"/>
              <a:defRPr/>
            </a:lvl2pPr>
            <a:lvl3pPr marL="1371600" lvl="2" indent="-381000" algn="l">
              <a:spcBef>
                <a:spcPts val="360"/>
              </a:spcBef>
              <a:spcAft>
                <a:spcPts val="0"/>
              </a:spcAft>
              <a:buClr>
                <a:schemeClr val="dk1"/>
              </a:buClr>
              <a:buSzPts val="2400"/>
              <a:buChar char="•"/>
              <a:defRPr/>
            </a:lvl3pPr>
            <a:lvl4pPr marL="1828800" lvl="3" indent="-381000" algn="l">
              <a:spcBef>
                <a:spcPts val="320"/>
              </a:spcBef>
              <a:spcAft>
                <a:spcPts val="0"/>
              </a:spcAft>
              <a:buClr>
                <a:schemeClr val="dk1"/>
              </a:buClr>
              <a:buSzPts val="2400"/>
              <a:buChar char="–"/>
              <a:defRPr/>
            </a:lvl4pPr>
            <a:lvl5pPr marL="2286000" lvl="4" indent="-381000" algn="l">
              <a:spcBef>
                <a:spcPts val="320"/>
              </a:spcBef>
              <a:spcAft>
                <a:spcPts val="0"/>
              </a:spcAft>
              <a:buClr>
                <a:schemeClr val="dk1"/>
              </a:buClr>
              <a:buSzPts val="2400"/>
              <a:buChar char="»"/>
              <a:defRPr/>
            </a:lvl5pPr>
            <a:lvl6pPr marL="2743200" lvl="5" indent="-381000" algn="l">
              <a:spcBef>
                <a:spcPts val="320"/>
              </a:spcBef>
              <a:spcAft>
                <a:spcPts val="0"/>
              </a:spcAft>
              <a:buClr>
                <a:schemeClr val="dk1"/>
              </a:buClr>
              <a:buSzPts val="2400"/>
              <a:buChar char="•"/>
              <a:defRPr/>
            </a:lvl6pPr>
            <a:lvl7pPr marL="3200400" lvl="6" indent="-381000" algn="l">
              <a:spcBef>
                <a:spcPts val="320"/>
              </a:spcBef>
              <a:spcAft>
                <a:spcPts val="0"/>
              </a:spcAft>
              <a:buClr>
                <a:schemeClr val="dk1"/>
              </a:buClr>
              <a:buSzPts val="2400"/>
              <a:buChar char="•"/>
              <a:defRPr/>
            </a:lvl7pPr>
            <a:lvl8pPr marL="3657600" lvl="7" indent="-381000" algn="l">
              <a:spcBef>
                <a:spcPts val="320"/>
              </a:spcBef>
              <a:spcAft>
                <a:spcPts val="0"/>
              </a:spcAft>
              <a:buClr>
                <a:schemeClr val="dk1"/>
              </a:buClr>
              <a:buSzPts val="2400"/>
              <a:buChar char="•"/>
              <a:defRPr/>
            </a:lvl8pPr>
            <a:lvl9pPr marL="4114800" lvl="8" indent="-381000" algn="l">
              <a:spcBef>
                <a:spcPts val="320"/>
              </a:spcBef>
              <a:spcAft>
                <a:spcPts val="0"/>
              </a:spcAft>
              <a:buClr>
                <a:schemeClr val="dk1"/>
              </a:buClr>
              <a:buSzPts val="2400"/>
              <a:buChar char="•"/>
              <a:defRPr/>
            </a:lvl9pPr>
          </a:lstStyle>
          <a:p>
            <a:endParaRPr/>
          </a:p>
        </p:txBody>
      </p:sp>
      <p:grpSp>
        <p:nvGrpSpPr>
          <p:cNvPr id="63" name="Google Shape;63;p7"/>
          <p:cNvGrpSpPr/>
          <p:nvPr/>
        </p:nvGrpSpPr>
        <p:grpSpPr>
          <a:xfrm>
            <a:off x="16844823" y="1028700"/>
            <a:ext cx="876198" cy="876198"/>
            <a:chOff x="0" y="0"/>
            <a:chExt cx="812800" cy="812800"/>
          </a:xfrm>
        </p:grpSpPr>
        <p:sp>
          <p:nvSpPr>
            <p:cNvPr id="64" name="Google Shape;64;p7"/>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2926E"/>
            </a:solidFill>
            <a:ln>
              <a:noFill/>
            </a:ln>
          </p:spPr>
        </p:sp>
        <p:sp>
          <p:nvSpPr>
            <p:cNvPr id="65" name="Google Shape;65;p7"/>
            <p:cNvSpPr txBox="1"/>
            <p:nvPr/>
          </p:nvSpPr>
          <p:spPr>
            <a:xfrm>
              <a:off x="152400" y="104775"/>
              <a:ext cx="507900" cy="5556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6" name="Google Shape;66;p7"/>
          <p:cNvGrpSpPr/>
          <p:nvPr/>
        </p:nvGrpSpPr>
        <p:grpSpPr>
          <a:xfrm>
            <a:off x="16167854" y="360563"/>
            <a:ext cx="1353962" cy="1353962"/>
            <a:chOff x="0" y="0"/>
            <a:chExt cx="812800" cy="812800"/>
          </a:xfrm>
        </p:grpSpPr>
        <p:sp>
          <p:nvSpPr>
            <p:cNvPr id="67" name="Google Shape;67;p7"/>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sp>
        <p:sp>
          <p:nvSpPr>
            <p:cNvPr id="68" name="Google Shape;68;p7"/>
            <p:cNvSpPr txBox="1"/>
            <p:nvPr/>
          </p:nvSpPr>
          <p:spPr>
            <a:xfrm>
              <a:off x="152400" y="104775"/>
              <a:ext cx="507900" cy="5556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9" name="Google Shape;69;p7"/>
          <p:cNvGrpSpPr/>
          <p:nvPr/>
        </p:nvGrpSpPr>
        <p:grpSpPr>
          <a:xfrm>
            <a:off x="17296297" y="8163104"/>
            <a:ext cx="3203895" cy="3203895"/>
            <a:chOff x="0" y="0"/>
            <a:chExt cx="812800" cy="812800"/>
          </a:xfrm>
        </p:grpSpPr>
        <p:sp>
          <p:nvSpPr>
            <p:cNvPr id="70" name="Google Shape;70;p7"/>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sp>
        <p:sp>
          <p:nvSpPr>
            <p:cNvPr id="71" name="Google Shape;71;p7"/>
            <p:cNvSpPr txBox="1"/>
            <p:nvPr/>
          </p:nvSpPr>
          <p:spPr>
            <a:xfrm>
              <a:off x="152400" y="104775"/>
              <a:ext cx="507900" cy="5556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72" name="Google Shape;72;p7"/>
          <p:cNvPicPr preferRelativeResize="0"/>
          <p:nvPr/>
        </p:nvPicPr>
        <p:blipFill>
          <a:blip r:embed="rId2">
            <a:alphaModFix/>
          </a:blip>
          <a:stretch>
            <a:fillRect/>
          </a:stretch>
        </p:blipFill>
        <p:spPr>
          <a:xfrm>
            <a:off x="1021725" y="740450"/>
            <a:ext cx="1353975" cy="1452702"/>
          </a:xfrm>
          <a:prstGeom prst="rect">
            <a:avLst/>
          </a:prstGeom>
          <a:noFill/>
          <a:ln>
            <a:noFill/>
          </a:ln>
        </p:spPr>
      </p:pic>
      <p:pic>
        <p:nvPicPr>
          <p:cNvPr id="73" name="Google Shape;73;p7"/>
          <p:cNvPicPr preferRelativeResize="0"/>
          <p:nvPr/>
        </p:nvPicPr>
        <p:blipFill>
          <a:blip r:embed="rId3">
            <a:alphaModFix/>
          </a:blip>
          <a:stretch>
            <a:fillRect/>
          </a:stretch>
        </p:blipFill>
        <p:spPr>
          <a:xfrm>
            <a:off x="1021720" y="3428991"/>
            <a:ext cx="717075" cy="783359"/>
          </a:xfrm>
          <a:prstGeom prst="rect">
            <a:avLst/>
          </a:prstGeom>
          <a:noFill/>
          <a:ln>
            <a:noFill/>
          </a:ln>
        </p:spPr>
      </p:pic>
      <p:pic>
        <p:nvPicPr>
          <p:cNvPr id="74" name="Google Shape;74;p7"/>
          <p:cNvPicPr preferRelativeResize="0"/>
          <p:nvPr/>
        </p:nvPicPr>
        <p:blipFill>
          <a:blip r:embed="rId4">
            <a:alphaModFix/>
          </a:blip>
          <a:stretch>
            <a:fillRect/>
          </a:stretch>
        </p:blipFill>
        <p:spPr>
          <a:xfrm>
            <a:off x="784875" y="7289259"/>
            <a:ext cx="2972875" cy="2386591"/>
          </a:xfrm>
          <a:prstGeom prst="rect">
            <a:avLst/>
          </a:prstGeom>
          <a:noFill/>
          <a:ln>
            <a:noFill/>
          </a:ln>
        </p:spPr>
      </p:pic>
      <p:pic>
        <p:nvPicPr>
          <p:cNvPr id="75" name="Google Shape;75;p7"/>
          <p:cNvPicPr preferRelativeResize="0"/>
          <p:nvPr/>
        </p:nvPicPr>
        <p:blipFill>
          <a:blip r:embed="rId5">
            <a:alphaModFix/>
          </a:blip>
          <a:stretch>
            <a:fillRect/>
          </a:stretch>
        </p:blipFill>
        <p:spPr>
          <a:xfrm>
            <a:off x="15601220" y="6102399"/>
            <a:ext cx="1353975" cy="1477063"/>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p8"/>
          <p:cNvSpPr txBox="1">
            <a:spLocks noGrp="1"/>
          </p:cNvSpPr>
          <p:nvPr>
            <p:ph type="title"/>
          </p:nvPr>
        </p:nvSpPr>
        <p:spPr>
          <a:xfrm>
            <a:off x="1406550" y="1124175"/>
            <a:ext cx="154749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78" name="Google Shape;78;p8"/>
          <p:cNvPicPr preferRelativeResize="0"/>
          <p:nvPr/>
        </p:nvPicPr>
        <p:blipFill>
          <a:blip r:embed="rId2">
            <a:alphaModFix/>
          </a:blip>
          <a:stretch>
            <a:fillRect/>
          </a:stretch>
        </p:blipFill>
        <p:spPr>
          <a:xfrm>
            <a:off x="112963" y="8027413"/>
            <a:ext cx="2040046" cy="1779374"/>
          </a:xfrm>
          <a:prstGeom prst="rect">
            <a:avLst/>
          </a:prstGeom>
          <a:noFill/>
          <a:ln>
            <a:noFill/>
          </a:ln>
        </p:spPr>
      </p:pic>
      <p:grpSp>
        <p:nvGrpSpPr>
          <p:cNvPr id="79" name="Google Shape;79;p8"/>
          <p:cNvGrpSpPr/>
          <p:nvPr/>
        </p:nvGrpSpPr>
        <p:grpSpPr>
          <a:xfrm>
            <a:off x="16088357" y="-573263"/>
            <a:ext cx="3203895" cy="3203895"/>
            <a:chOff x="0" y="0"/>
            <a:chExt cx="812800" cy="812800"/>
          </a:xfrm>
        </p:grpSpPr>
        <p:sp>
          <p:nvSpPr>
            <p:cNvPr id="80" name="Google Shape;80;p8"/>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sp>
        <p:sp>
          <p:nvSpPr>
            <p:cNvPr id="81" name="Google Shape;81;p8"/>
            <p:cNvSpPr txBox="1"/>
            <p:nvPr/>
          </p:nvSpPr>
          <p:spPr>
            <a:xfrm>
              <a:off x="152400" y="104775"/>
              <a:ext cx="507900" cy="5556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2" name="Google Shape;82;p8"/>
          <p:cNvGrpSpPr/>
          <p:nvPr/>
        </p:nvGrpSpPr>
        <p:grpSpPr>
          <a:xfrm>
            <a:off x="602293" y="872626"/>
            <a:ext cx="666659" cy="666659"/>
            <a:chOff x="0" y="0"/>
            <a:chExt cx="812800" cy="812800"/>
          </a:xfrm>
        </p:grpSpPr>
        <p:sp>
          <p:nvSpPr>
            <p:cNvPr id="83" name="Google Shape;83;p8"/>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2926E"/>
            </a:solidFill>
            <a:ln>
              <a:noFill/>
            </a:ln>
          </p:spPr>
        </p:sp>
        <p:sp>
          <p:nvSpPr>
            <p:cNvPr id="84" name="Google Shape;84;p8"/>
            <p:cNvSpPr txBox="1"/>
            <p:nvPr/>
          </p:nvSpPr>
          <p:spPr>
            <a:xfrm>
              <a:off x="152400" y="104775"/>
              <a:ext cx="507900" cy="5556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85" name="Google Shape;85;p8"/>
          <p:cNvPicPr preferRelativeResize="0"/>
          <p:nvPr/>
        </p:nvPicPr>
        <p:blipFill>
          <a:blip r:embed="rId3">
            <a:alphaModFix/>
          </a:blip>
          <a:stretch>
            <a:fillRect/>
          </a:stretch>
        </p:blipFill>
        <p:spPr>
          <a:xfrm>
            <a:off x="755350" y="468500"/>
            <a:ext cx="874850" cy="79038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6"/>
        <p:cNvGrpSpPr/>
        <p:nvPr/>
      </p:nvGrpSpPr>
      <p:grpSpPr>
        <a:xfrm>
          <a:off x="0" y="0"/>
          <a:ext cx="0" cy="0"/>
          <a:chOff x="0" y="0"/>
          <a:chExt cx="0" cy="0"/>
        </a:xfrm>
      </p:grpSpPr>
      <p:sp>
        <p:nvSpPr>
          <p:cNvPr id="87" name="Google Shape;87;p9"/>
          <p:cNvSpPr txBox="1">
            <a:spLocks noGrp="1"/>
          </p:cNvSpPr>
          <p:nvPr>
            <p:ph type="body" idx="1"/>
          </p:nvPr>
        </p:nvSpPr>
        <p:spPr>
          <a:xfrm>
            <a:off x="9257675" y="3954325"/>
            <a:ext cx="5811600" cy="4170300"/>
          </a:xfrm>
          <a:prstGeom prst="rect">
            <a:avLst/>
          </a:prstGeom>
          <a:noFill/>
          <a:ln>
            <a:noFill/>
          </a:ln>
        </p:spPr>
        <p:txBody>
          <a:bodyPr spcFirstLastPara="1" wrap="square" lIns="91425" tIns="45700" rIns="91425" bIns="45700" anchor="t" anchorCtr="0">
            <a:normAutofit/>
          </a:bodyPr>
          <a:lstStyle>
            <a:lvl1pPr marL="457200" lvl="0" indent="-381000" algn="l" rtl="0">
              <a:spcBef>
                <a:spcPts val="640"/>
              </a:spcBef>
              <a:spcAft>
                <a:spcPts val="0"/>
              </a:spcAft>
              <a:buClr>
                <a:schemeClr val="dk1"/>
              </a:buClr>
              <a:buSzPts val="2400"/>
              <a:buChar char="•"/>
              <a:defRPr/>
            </a:lvl1pPr>
            <a:lvl2pPr marL="914400" lvl="1" indent="-381000" algn="l" rtl="0">
              <a:spcBef>
                <a:spcPts val="560"/>
              </a:spcBef>
              <a:spcAft>
                <a:spcPts val="0"/>
              </a:spcAft>
              <a:buClr>
                <a:schemeClr val="dk1"/>
              </a:buClr>
              <a:buSzPts val="2400"/>
              <a:buChar char="–"/>
              <a:defRPr/>
            </a:lvl2pPr>
            <a:lvl3pPr marL="1371600" lvl="2" indent="-381000" algn="l" rtl="0">
              <a:spcBef>
                <a:spcPts val="480"/>
              </a:spcBef>
              <a:spcAft>
                <a:spcPts val="0"/>
              </a:spcAft>
              <a:buClr>
                <a:schemeClr val="dk1"/>
              </a:buClr>
              <a:buSzPts val="2400"/>
              <a:buChar char="•"/>
              <a:defRPr/>
            </a:lvl3pPr>
            <a:lvl4pPr marL="1828800" lvl="3" indent="-381000" algn="l" rtl="0">
              <a:spcBef>
                <a:spcPts val="400"/>
              </a:spcBef>
              <a:spcAft>
                <a:spcPts val="0"/>
              </a:spcAft>
              <a:buClr>
                <a:schemeClr val="dk1"/>
              </a:buClr>
              <a:buSzPts val="2400"/>
              <a:buChar char="–"/>
              <a:defRPr/>
            </a:lvl4pPr>
            <a:lvl5pPr marL="2286000" lvl="4" indent="-381000" algn="l" rtl="0">
              <a:spcBef>
                <a:spcPts val="400"/>
              </a:spcBef>
              <a:spcAft>
                <a:spcPts val="0"/>
              </a:spcAft>
              <a:buClr>
                <a:schemeClr val="dk1"/>
              </a:buClr>
              <a:buSzPts val="2400"/>
              <a:buChar char="»"/>
              <a:defRPr/>
            </a:lvl5pPr>
            <a:lvl6pPr marL="2743200" lvl="5" indent="-381000" algn="l" rtl="0">
              <a:spcBef>
                <a:spcPts val="400"/>
              </a:spcBef>
              <a:spcAft>
                <a:spcPts val="0"/>
              </a:spcAft>
              <a:buClr>
                <a:schemeClr val="dk1"/>
              </a:buClr>
              <a:buSzPts val="2400"/>
              <a:buChar char="•"/>
              <a:defRPr/>
            </a:lvl6pPr>
            <a:lvl7pPr marL="3200400" lvl="6" indent="-381000" algn="l" rtl="0">
              <a:spcBef>
                <a:spcPts val="400"/>
              </a:spcBef>
              <a:spcAft>
                <a:spcPts val="0"/>
              </a:spcAft>
              <a:buClr>
                <a:schemeClr val="dk1"/>
              </a:buClr>
              <a:buSzPts val="2400"/>
              <a:buChar char="•"/>
              <a:defRPr/>
            </a:lvl7pPr>
            <a:lvl8pPr marL="3657600" lvl="7" indent="-381000" algn="l" rtl="0">
              <a:spcBef>
                <a:spcPts val="400"/>
              </a:spcBef>
              <a:spcAft>
                <a:spcPts val="0"/>
              </a:spcAft>
              <a:buClr>
                <a:schemeClr val="dk1"/>
              </a:buClr>
              <a:buSzPts val="2400"/>
              <a:buChar char="•"/>
              <a:defRPr/>
            </a:lvl8pPr>
            <a:lvl9pPr marL="4114800" lvl="8" indent="-381000" algn="l" rtl="0">
              <a:spcBef>
                <a:spcPts val="400"/>
              </a:spcBef>
              <a:spcAft>
                <a:spcPts val="0"/>
              </a:spcAft>
              <a:buClr>
                <a:schemeClr val="dk1"/>
              </a:buClr>
              <a:buSzPts val="2400"/>
              <a:buChar char="•"/>
              <a:defRPr/>
            </a:lvl9pPr>
          </a:lstStyle>
          <a:p>
            <a:endParaRPr/>
          </a:p>
        </p:txBody>
      </p:sp>
      <p:sp>
        <p:nvSpPr>
          <p:cNvPr id="88" name="Google Shape;88;p9"/>
          <p:cNvSpPr txBox="1">
            <a:spLocks noGrp="1"/>
          </p:cNvSpPr>
          <p:nvPr>
            <p:ph type="body" idx="2"/>
          </p:nvPr>
        </p:nvSpPr>
        <p:spPr>
          <a:xfrm>
            <a:off x="3218725" y="3954325"/>
            <a:ext cx="58116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2400"/>
              <a:buNone/>
              <a:defRPr/>
            </a:lvl1pPr>
            <a:lvl2pPr marL="914400" lvl="1" indent="-228600" algn="l" rtl="0">
              <a:spcBef>
                <a:spcPts val="240"/>
              </a:spcBef>
              <a:spcAft>
                <a:spcPts val="0"/>
              </a:spcAft>
              <a:buClr>
                <a:schemeClr val="dk1"/>
              </a:buClr>
              <a:buSzPts val="2400"/>
              <a:buNone/>
              <a:defRPr/>
            </a:lvl2pPr>
            <a:lvl3pPr marL="1371600" lvl="2" indent="-228600" algn="l" rtl="0">
              <a:spcBef>
                <a:spcPts val="200"/>
              </a:spcBef>
              <a:spcAft>
                <a:spcPts val="0"/>
              </a:spcAft>
              <a:buClr>
                <a:schemeClr val="dk1"/>
              </a:buClr>
              <a:buSzPts val="2400"/>
              <a:buNone/>
              <a:defRPr/>
            </a:lvl3pPr>
            <a:lvl4pPr marL="1828800" lvl="3" indent="-228600" algn="l" rtl="0">
              <a:spcBef>
                <a:spcPts val="180"/>
              </a:spcBef>
              <a:spcAft>
                <a:spcPts val="0"/>
              </a:spcAft>
              <a:buClr>
                <a:schemeClr val="dk1"/>
              </a:buClr>
              <a:buSzPts val="2400"/>
              <a:buNone/>
              <a:defRPr/>
            </a:lvl4pPr>
            <a:lvl5pPr marL="2286000" lvl="4" indent="-228600" algn="l" rtl="0">
              <a:spcBef>
                <a:spcPts val="180"/>
              </a:spcBef>
              <a:spcAft>
                <a:spcPts val="0"/>
              </a:spcAft>
              <a:buClr>
                <a:schemeClr val="dk1"/>
              </a:buClr>
              <a:buSzPts val="2400"/>
              <a:buNone/>
              <a:defRPr/>
            </a:lvl5pPr>
            <a:lvl6pPr marL="2743200" lvl="5" indent="-228600" algn="l" rtl="0">
              <a:spcBef>
                <a:spcPts val="180"/>
              </a:spcBef>
              <a:spcAft>
                <a:spcPts val="0"/>
              </a:spcAft>
              <a:buClr>
                <a:schemeClr val="dk1"/>
              </a:buClr>
              <a:buSzPts val="2400"/>
              <a:buNone/>
              <a:defRPr/>
            </a:lvl6pPr>
            <a:lvl7pPr marL="3200400" lvl="6" indent="-228600" algn="l" rtl="0">
              <a:spcBef>
                <a:spcPts val="180"/>
              </a:spcBef>
              <a:spcAft>
                <a:spcPts val="0"/>
              </a:spcAft>
              <a:buClr>
                <a:schemeClr val="dk1"/>
              </a:buClr>
              <a:buSzPts val="2400"/>
              <a:buNone/>
              <a:defRPr/>
            </a:lvl7pPr>
            <a:lvl8pPr marL="3657600" lvl="7" indent="-228600" algn="l" rtl="0">
              <a:spcBef>
                <a:spcPts val="180"/>
              </a:spcBef>
              <a:spcAft>
                <a:spcPts val="0"/>
              </a:spcAft>
              <a:buClr>
                <a:schemeClr val="dk1"/>
              </a:buClr>
              <a:buSzPts val="2400"/>
              <a:buNone/>
              <a:defRPr/>
            </a:lvl8pPr>
            <a:lvl9pPr marL="4114800" lvl="8" indent="-228600" algn="l" rtl="0">
              <a:spcBef>
                <a:spcPts val="180"/>
              </a:spcBef>
              <a:spcAft>
                <a:spcPts val="0"/>
              </a:spcAft>
              <a:buClr>
                <a:schemeClr val="dk1"/>
              </a:buClr>
              <a:buSzPts val="2400"/>
              <a:buNone/>
              <a:defRPr/>
            </a:lvl9pPr>
          </a:lstStyle>
          <a:p>
            <a:endParaRPr/>
          </a:p>
        </p:txBody>
      </p:sp>
      <p:sp>
        <p:nvSpPr>
          <p:cNvPr id="89" name="Google Shape;89;p9"/>
          <p:cNvSpPr txBox="1">
            <a:spLocks noGrp="1"/>
          </p:cNvSpPr>
          <p:nvPr>
            <p:ph type="title"/>
          </p:nvPr>
        </p:nvSpPr>
        <p:spPr>
          <a:xfrm>
            <a:off x="1406550" y="1124175"/>
            <a:ext cx="154749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lt2"/>
              </a:buClr>
              <a:buSzPts val="9000"/>
              <a:buFont typeface="Noto Sans"/>
              <a:buNone/>
              <a:defRPr sz="9000" i="0" u="none" strike="noStrike" cap="none">
                <a:solidFill>
                  <a:schemeClr val="lt2"/>
                </a:solidFill>
                <a:latin typeface="Noto Sans"/>
                <a:ea typeface="Noto Sans"/>
                <a:cs typeface="Noto Sans"/>
                <a:sym typeface="Noto Sa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pic>
        <p:nvPicPr>
          <p:cNvPr id="90" name="Google Shape;90;p9"/>
          <p:cNvPicPr preferRelativeResize="0"/>
          <p:nvPr/>
        </p:nvPicPr>
        <p:blipFill>
          <a:blip r:embed="rId2">
            <a:alphaModFix/>
          </a:blip>
          <a:stretch>
            <a:fillRect/>
          </a:stretch>
        </p:blipFill>
        <p:spPr>
          <a:xfrm>
            <a:off x="14898938" y="-946400"/>
            <a:ext cx="5466399" cy="6189047"/>
          </a:xfrm>
          <a:prstGeom prst="rect">
            <a:avLst/>
          </a:prstGeom>
          <a:noFill/>
          <a:ln>
            <a:noFill/>
          </a:ln>
        </p:spPr>
      </p:pic>
      <p:pic>
        <p:nvPicPr>
          <p:cNvPr id="91" name="Google Shape;91;p9"/>
          <p:cNvPicPr preferRelativeResize="0"/>
          <p:nvPr/>
        </p:nvPicPr>
        <p:blipFill>
          <a:blip r:embed="rId3">
            <a:alphaModFix/>
          </a:blip>
          <a:stretch>
            <a:fillRect/>
          </a:stretch>
        </p:blipFill>
        <p:spPr>
          <a:xfrm>
            <a:off x="-743425" y="0"/>
            <a:ext cx="3203901" cy="3321609"/>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2"/>
        <p:cNvGrpSpPr/>
        <p:nvPr/>
      </p:nvGrpSpPr>
      <p:grpSpPr>
        <a:xfrm>
          <a:off x="0" y="0"/>
          <a:ext cx="0" cy="0"/>
          <a:chOff x="0" y="0"/>
          <a:chExt cx="0" cy="0"/>
        </a:xfrm>
      </p:grpSpPr>
      <p:sp>
        <p:nvSpPr>
          <p:cNvPr id="93" name="Google Shape;93;p10"/>
          <p:cNvSpPr>
            <a:spLocks noGrp="1"/>
          </p:cNvSpPr>
          <p:nvPr>
            <p:ph type="pic" idx="2"/>
          </p:nvPr>
        </p:nvSpPr>
        <p:spPr>
          <a:xfrm>
            <a:off x="11291513" y="4525750"/>
            <a:ext cx="5486400" cy="4114800"/>
          </a:xfrm>
          <a:prstGeom prst="rect">
            <a:avLst/>
          </a:prstGeom>
          <a:noFill/>
          <a:ln>
            <a:noFill/>
          </a:ln>
        </p:spPr>
      </p:sp>
      <p:sp>
        <p:nvSpPr>
          <p:cNvPr id="94" name="Google Shape;94;p10"/>
          <p:cNvSpPr txBox="1">
            <a:spLocks noGrp="1"/>
          </p:cNvSpPr>
          <p:nvPr>
            <p:ph type="body" idx="1"/>
          </p:nvPr>
        </p:nvSpPr>
        <p:spPr>
          <a:xfrm>
            <a:off x="2678138" y="5188213"/>
            <a:ext cx="5486400" cy="8049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2400"/>
              <a:buNone/>
              <a:defRPr/>
            </a:lvl1pPr>
            <a:lvl2pPr marL="914400" lvl="1" indent="-228600" algn="l">
              <a:spcBef>
                <a:spcPts val="240"/>
              </a:spcBef>
              <a:spcAft>
                <a:spcPts val="0"/>
              </a:spcAft>
              <a:buClr>
                <a:schemeClr val="dk1"/>
              </a:buClr>
              <a:buSzPts val="2400"/>
              <a:buNone/>
              <a:defRPr/>
            </a:lvl2pPr>
            <a:lvl3pPr marL="1371600" lvl="2" indent="-228600" algn="l">
              <a:spcBef>
                <a:spcPts val="200"/>
              </a:spcBef>
              <a:spcAft>
                <a:spcPts val="0"/>
              </a:spcAft>
              <a:buClr>
                <a:schemeClr val="dk1"/>
              </a:buClr>
              <a:buSzPts val="2400"/>
              <a:buNone/>
              <a:defRPr/>
            </a:lvl3pPr>
            <a:lvl4pPr marL="1828800" lvl="3" indent="-228600" algn="l">
              <a:spcBef>
                <a:spcPts val="180"/>
              </a:spcBef>
              <a:spcAft>
                <a:spcPts val="0"/>
              </a:spcAft>
              <a:buClr>
                <a:schemeClr val="dk1"/>
              </a:buClr>
              <a:buSzPts val="2400"/>
              <a:buNone/>
              <a:defRPr/>
            </a:lvl4pPr>
            <a:lvl5pPr marL="2286000" lvl="4" indent="-228600" algn="l">
              <a:spcBef>
                <a:spcPts val="180"/>
              </a:spcBef>
              <a:spcAft>
                <a:spcPts val="0"/>
              </a:spcAft>
              <a:buClr>
                <a:schemeClr val="dk1"/>
              </a:buClr>
              <a:buSzPts val="2400"/>
              <a:buNone/>
              <a:defRPr/>
            </a:lvl5pPr>
            <a:lvl6pPr marL="2743200" lvl="5" indent="-228600" algn="l">
              <a:spcBef>
                <a:spcPts val="180"/>
              </a:spcBef>
              <a:spcAft>
                <a:spcPts val="0"/>
              </a:spcAft>
              <a:buClr>
                <a:schemeClr val="dk1"/>
              </a:buClr>
              <a:buSzPts val="2400"/>
              <a:buNone/>
              <a:defRPr/>
            </a:lvl6pPr>
            <a:lvl7pPr marL="3200400" lvl="6" indent="-228600" algn="l">
              <a:spcBef>
                <a:spcPts val="180"/>
              </a:spcBef>
              <a:spcAft>
                <a:spcPts val="0"/>
              </a:spcAft>
              <a:buClr>
                <a:schemeClr val="dk1"/>
              </a:buClr>
              <a:buSzPts val="2400"/>
              <a:buNone/>
              <a:defRPr/>
            </a:lvl7pPr>
            <a:lvl8pPr marL="3657600" lvl="7" indent="-228600" algn="l">
              <a:spcBef>
                <a:spcPts val="180"/>
              </a:spcBef>
              <a:spcAft>
                <a:spcPts val="0"/>
              </a:spcAft>
              <a:buClr>
                <a:schemeClr val="dk1"/>
              </a:buClr>
              <a:buSzPts val="2400"/>
              <a:buNone/>
              <a:defRPr/>
            </a:lvl8pPr>
            <a:lvl9pPr marL="4114800" lvl="8" indent="-228600" algn="l">
              <a:spcBef>
                <a:spcPts val="180"/>
              </a:spcBef>
              <a:spcAft>
                <a:spcPts val="0"/>
              </a:spcAft>
              <a:buClr>
                <a:schemeClr val="dk1"/>
              </a:buClr>
              <a:buSzPts val="2400"/>
              <a:buNone/>
              <a:defRPr/>
            </a:lvl9pPr>
          </a:lstStyle>
          <a:p>
            <a:endParaRPr/>
          </a:p>
        </p:txBody>
      </p:sp>
      <p:sp>
        <p:nvSpPr>
          <p:cNvPr id="95" name="Google Shape;95;p10"/>
          <p:cNvSpPr txBox="1">
            <a:spLocks noGrp="1"/>
          </p:cNvSpPr>
          <p:nvPr>
            <p:ph type="title"/>
          </p:nvPr>
        </p:nvSpPr>
        <p:spPr>
          <a:xfrm>
            <a:off x="1406550" y="1124175"/>
            <a:ext cx="154749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lt2"/>
              </a:buClr>
              <a:buSzPts val="9000"/>
              <a:buFont typeface="Noto Sans"/>
              <a:buNone/>
              <a:defRPr sz="9000" i="0" u="none" strike="noStrike" cap="none">
                <a:solidFill>
                  <a:schemeClr val="lt2"/>
                </a:solidFill>
                <a:latin typeface="Noto Sans"/>
                <a:ea typeface="Noto Sans"/>
                <a:cs typeface="Noto Sans"/>
                <a:sym typeface="Noto Sa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pic>
        <p:nvPicPr>
          <p:cNvPr id="96" name="Google Shape;96;p10"/>
          <p:cNvPicPr preferRelativeResize="0"/>
          <p:nvPr/>
        </p:nvPicPr>
        <p:blipFill>
          <a:blip r:embed="rId2">
            <a:alphaModFix/>
          </a:blip>
          <a:stretch>
            <a:fillRect/>
          </a:stretch>
        </p:blipFill>
        <p:spPr>
          <a:xfrm>
            <a:off x="112963" y="8027413"/>
            <a:ext cx="2040046" cy="1779374"/>
          </a:xfrm>
          <a:prstGeom prst="rect">
            <a:avLst/>
          </a:prstGeom>
          <a:noFill/>
          <a:ln>
            <a:noFill/>
          </a:ln>
        </p:spPr>
      </p:pic>
      <p:grpSp>
        <p:nvGrpSpPr>
          <p:cNvPr id="97" name="Google Shape;97;p10"/>
          <p:cNvGrpSpPr/>
          <p:nvPr/>
        </p:nvGrpSpPr>
        <p:grpSpPr>
          <a:xfrm>
            <a:off x="16397282" y="-212863"/>
            <a:ext cx="3203895" cy="3203895"/>
            <a:chOff x="0" y="0"/>
            <a:chExt cx="812800" cy="812800"/>
          </a:xfrm>
        </p:grpSpPr>
        <p:sp>
          <p:nvSpPr>
            <p:cNvPr id="98" name="Google Shape;98;p10"/>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sp>
        <p:sp>
          <p:nvSpPr>
            <p:cNvPr id="99" name="Google Shape;99;p10"/>
            <p:cNvSpPr txBox="1"/>
            <p:nvPr/>
          </p:nvSpPr>
          <p:spPr>
            <a:xfrm>
              <a:off x="152400" y="104775"/>
              <a:ext cx="507900" cy="5556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0" name="Google Shape;100;p10"/>
          <p:cNvGrpSpPr/>
          <p:nvPr/>
        </p:nvGrpSpPr>
        <p:grpSpPr>
          <a:xfrm>
            <a:off x="602293" y="872626"/>
            <a:ext cx="666659" cy="666659"/>
            <a:chOff x="0" y="0"/>
            <a:chExt cx="812800" cy="812800"/>
          </a:xfrm>
        </p:grpSpPr>
        <p:sp>
          <p:nvSpPr>
            <p:cNvPr id="101" name="Google Shape;101;p10"/>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2926E"/>
            </a:solidFill>
            <a:ln>
              <a:noFill/>
            </a:ln>
          </p:spPr>
        </p:sp>
        <p:sp>
          <p:nvSpPr>
            <p:cNvPr id="102" name="Google Shape;102;p10"/>
            <p:cNvSpPr txBox="1"/>
            <p:nvPr/>
          </p:nvSpPr>
          <p:spPr>
            <a:xfrm>
              <a:off x="152400" y="104775"/>
              <a:ext cx="507900" cy="5556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103" name="Google Shape;103;p10"/>
          <p:cNvPicPr preferRelativeResize="0"/>
          <p:nvPr/>
        </p:nvPicPr>
        <p:blipFill>
          <a:blip r:embed="rId3">
            <a:alphaModFix/>
          </a:blip>
          <a:stretch>
            <a:fillRect/>
          </a:stretch>
        </p:blipFill>
        <p:spPr>
          <a:xfrm>
            <a:off x="11783100" y="7962952"/>
            <a:ext cx="1769625" cy="1623550"/>
          </a:xfrm>
          <a:prstGeom prst="rect">
            <a:avLst/>
          </a:prstGeom>
          <a:noFill/>
          <a:ln>
            <a:noFill/>
          </a:ln>
        </p:spPr>
      </p:pic>
      <p:pic>
        <p:nvPicPr>
          <p:cNvPr id="104" name="Google Shape;104;p10"/>
          <p:cNvPicPr preferRelativeResize="0"/>
          <p:nvPr/>
        </p:nvPicPr>
        <p:blipFill>
          <a:blip r:embed="rId4">
            <a:alphaModFix/>
          </a:blip>
          <a:stretch>
            <a:fillRect/>
          </a:stretch>
        </p:blipFill>
        <p:spPr>
          <a:xfrm>
            <a:off x="755350" y="468500"/>
            <a:ext cx="874850" cy="79038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06550" y="1124175"/>
            <a:ext cx="154749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lt2"/>
              </a:buClr>
              <a:buSzPts val="9000"/>
              <a:buFont typeface="Noto Sans"/>
              <a:buNone/>
              <a:defRPr sz="9000" i="0" u="none" strike="noStrike" cap="none">
                <a:solidFill>
                  <a:schemeClr val="lt2"/>
                </a:solidFill>
                <a:latin typeface="Noto Sans"/>
                <a:ea typeface="Noto Sans"/>
                <a:cs typeface="Noto Sans"/>
                <a:sym typeface="No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5029200" y="4492800"/>
            <a:ext cx="8229600" cy="45261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640"/>
              </a:spcBef>
              <a:spcAft>
                <a:spcPts val="0"/>
              </a:spcAft>
              <a:buClr>
                <a:schemeClr val="lt1"/>
              </a:buClr>
              <a:buSzPts val="2400"/>
              <a:buFont typeface="Noto Sans"/>
              <a:buChar char="•"/>
              <a:defRPr sz="2400" i="0" u="none" strike="noStrike" cap="none">
                <a:solidFill>
                  <a:schemeClr val="lt1"/>
                </a:solidFill>
                <a:latin typeface="Noto Sans"/>
                <a:ea typeface="Noto Sans"/>
                <a:cs typeface="Noto Sans"/>
                <a:sym typeface="Noto Sans"/>
              </a:defRPr>
            </a:lvl1pPr>
            <a:lvl2pPr marL="914400" marR="0" lvl="1" indent="-381000" algn="l" rtl="0">
              <a:spcBef>
                <a:spcPts val="560"/>
              </a:spcBef>
              <a:spcAft>
                <a:spcPts val="0"/>
              </a:spcAft>
              <a:buClr>
                <a:schemeClr val="lt1"/>
              </a:buClr>
              <a:buSzPts val="2400"/>
              <a:buFont typeface="Noto Sans"/>
              <a:buChar char="–"/>
              <a:defRPr sz="2400" i="0" u="none" strike="noStrike" cap="none">
                <a:solidFill>
                  <a:schemeClr val="lt1"/>
                </a:solidFill>
                <a:latin typeface="Noto Sans"/>
                <a:ea typeface="Noto Sans"/>
                <a:cs typeface="Noto Sans"/>
                <a:sym typeface="Noto Sans"/>
              </a:defRPr>
            </a:lvl2pPr>
            <a:lvl3pPr marL="1371600" marR="0" lvl="2" indent="-381000" algn="l" rtl="0">
              <a:spcBef>
                <a:spcPts val="480"/>
              </a:spcBef>
              <a:spcAft>
                <a:spcPts val="0"/>
              </a:spcAft>
              <a:buClr>
                <a:schemeClr val="lt1"/>
              </a:buClr>
              <a:buSzPts val="2400"/>
              <a:buFont typeface="Noto Sans"/>
              <a:buChar char="•"/>
              <a:defRPr sz="2400" i="0" u="none" strike="noStrike" cap="none">
                <a:solidFill>
                  <a:schemeClr val="lt1"/>
                </a:solidFill>
                <a:latin typeface="Noto Sans"/>
                <a:ea typeface="Noto Sans"/>
                <a:cs typeface="Noto Sans"/>
                <a:sym typeface="Noto Sans"/>
              </a:defRPr>
            </a:lvl3pPr>
            <a:lvl4pPr marL="1828800" marR="0" lvl="3" indent="-381000" algn="l" rtl="0">
              <a:spcBef>
                <a:spcPts val="400"/>
              </a:spcBef>
              <a:spcAft>
                <a:spcPts val="0"/>
              </a:spcAft>
              <a:buClr>
                <a:schemeClr val="lt1"/>
              </a:buClr>
              <a:buSzPts val="2400"/>
              <a:buFont typeface="Noto Sans"/>
              <a:buChar char="–"/>
              <a:defRPr sz="2400" i="0" u="none" strike="noStrike" cap="none">
                <a:solidFill>
                  <a:schemeClr val="lt1"/>
                </a:solidFill>
                <a:latin typeface="Noto Sans"/>
                <a:ea typeface="Noto Sans"/>
                <a:cs typeface="Noto Sans"/>
                <a:sym typeface="Noto Sans"/>
              </a:defRPr>
            </a:lvl4pPr>
            <a:lvl5pPr marL="2286000" marR="0" lvl="4" indent="-381000" algn="l" rtl="0">
              <a:spcBef>
                <a:spcPts val="400"/>
              </a:spcBef>
              <a:spcAft>
                <a:spcPts val="0"/>
              </a:spcAft>
              <a:buClr>
                <a:schemeClr val="lt1"/>
              </a:buClr>
              <a:buSzPts val="2400"/>
              <a:buFont typeface="Noto Sans"/>
              <a:buChar char="»"/>
              <a:defRPr sz="2400" i="0" u="none" strike="noStrike" cap="none">
                <a:solidFill>
                  <a:schemeClr val="lt1"/>
                </a:solidFill>
                <a:latin typeface="Noto Sans"/>
                <a:ea typeface="Noto Sans"/>
                <a:cs typeface="Noto Sans"/>
                <a:sym typeface="Noto Sans"/>
              </a:defRPr>
            </a:lvl5pPr>
            <a:lvl6pPr marL="2743200" marR="0" lvl="5" indent="-381000" algn="l" rtl="0">
              <a:spcBef>
                <a:spcPts val="400"/>
              </a:spcBef>
              <a:spcAft>
                <a:spcPts val="0"/>
              </a:spcAft>
              <a:buClr>
                <a:schemeClr val="lt1"/>
              </a:buClr>
              <a:buSzPts val="2400"/>
              <a:buFont typeface="Noto Sans"/>
              <a:buChar char="•"/>
              <a:defRPr sz="2400" i="0" u="none" strike="noStrike" cap="none">
                <a:solidFill>
                  <a:schemeClr val="lt1"/>
                </a:solidFill>
                <a:latin typeface="Noto Sans"/>
                <a:ea typeface="Noto Sans"/>
                <a:cs typeface="Noto Sans"/>
                <a:sym typeface="Noto Sans"/>
              </a:defRPr>
            </a:lvl6pPr>
            <a:lvl7pPr marL="3200400" marR="0" lvl="6" indent="-381000" algn="l" rtl="0">
              <a:spcBef>
                <a:spcPts val="400"/>
              </a:spcBef>
              <a:spcAft>
                <a:spcPts val="0"/>
              </a:spcAft>
              <a:buClr>
                <a:schemeClr val="lt1"/>
              </a:buClr>
              <a:buSzPts val="2400"/>
              <a:buFont typeface="Noto Sans"/>
              <a:buChar char="•"/>
              <a:defRPr sz="2400" i="0" u="none" strike="noStrike" cap="none">
                <a:solidFill>
                  <a:schemeClr val="lt1"/>
                </a:solidFill>
                <a:latin typeface="Noto Sans"/>
                <a:ea typeface="Noto Sans"/>
                <a:cs typeface="Noto Sans"/>
                <a:sym typeface="Noto Sans"/>
              </a:defRPr>
            </a:lvl7pPr>
            <a:lvl8pPr marL="3657600" marR="0" lvl="7" indent="-381000" algn="l" rtl="0">
              <a:spcBef>
                <a:spcPts val="400"/>
              </a:spcBef>
              <a:spcAft>
                <a:spcPts val="0"/>
              </a:spcAft>
              <a:buClr>
                <a:schemeClr val="lt1"/>
              </a:buClr>
              <a:buSzPts val="2400"/>
              <a:buFont typeface="Noto Sans"/>
              <a:buChar char="•"/>
              <a:defRPr sz="2400" i="0" u="none" strike="noStrike" cap="none">
                <a:solidFill>
                  <a:schemeClr val="lt1"/>
                </a:solidFill>
                <a:latin typeface="Noto Sans"/>
                <a:ea typeface="Noto Sans"/>
                <a:cs typeface="Noto Sans"/>
                <a:sym typeface="Noto Sans"/>
              </a:defRPr>
            </a:lvl8pPr>
            <a:lvl9pPr marL="4114800" marR="0" lvl="8" indent="-381000" algn="l" rtl="0">
              <a:spcBef>
                <a:spcPts val="400"/>
              </a:spcBef>
              <a:spcAft>
                <a:spcPts val="0"/>
              </a:spcAft>
              <a:buClr>
                <a:schemeClr val="lt1"/>
              </a:buClr>
              <a:buSzPts val="2400"/>
              <a:buFont typeface="Noto Sans"/>
              <a:buChar char="•"/>
              <a:defRPr sz="2400" i="0" u="none" strike="noStrike" cap="none">
                <a:solidFill>
                  <a:schemeClr val="lt1"/>
                </a:solidFill>
                <a:latin typeface="Noto Sans"/>
                <a:ea typeface="Noto Sans"/>
                <a:cs typeface="Noto Sans"/>
                <a:sym typeface="Noto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B6B5F"/>
        </a:solidFill>
        <a:effectLst/>
      </p:bgPr>
    </p:bg>
    <p:spTree>
      <p:nvGrpSpPr>
        <p:cNvPr id="1" name="Shape 108"/>
        <p:cNvGrpSpPr/>
        <p:nvPr/>
      </p:nvGrpSpPr>
      <p:grpSpPr>
        <a:xfrm>
          <a:off x="0" y="0"/>
          <a:ext cx="0" cy="0"/>
          <a:chOff x="0" y="0"/>
          <a:chExt cx="0" cy="0"/>
        </a:xfrm>
      </p:grpSpPr>
      <p:grpSp>
        <p:nvGrpSpPr>
          <p:cNvPr id="109" name="Google Shape;109;p11"/>
          <p:cNvGrpSpPr/>
          <p:nvPr/>
        </p:nvGrpSpPr>
        <p:grpSpPr>
          <a:xfrm>
            <a:off x="262040" y="145341"/>
            <a:ext cx="17763920" cy="9815492"/>
            <a:chOff x="0" y="-47625"/>
            <a:chExt cx="4678563" cy="2585150"/>
          </a:xfrm>
        </p:grpSpPr>
        <p:sp>
          <p:nvSpPr>
            <p:cNvPr id="110" name="Google Shape;110;p11"/>
            <p:cNvSpPr/>
            <p:nvPr/>
          </p:nvSpPr>
          <p:spPr>
            <a:xfrm>
              <a:off x="0" y="0"/>
              <a:ext cx="4678563" cy="2537525"/>
            </a:xfrm>
            <a:custGeom>
              <a:avLst/>
              <a:gdLst/>
              <a:ahLst/>
              <a:cxnLst/>
              <a:rect l="l" t="t" r="r" b="b"/>
              <a:pathLst>
                <a:path w="4678563" h="2537525" extrusionOk="0">
                  <a:moveTo>
                    <a:pt x="6537" y="0"/>
                  </a:moveTo>
                  <a:lnTo>
                    <a:pt x="4672026" y="0"/>
                  </a:lnTo>
                  <a:cubicBezTo>
                    <a:pt x="4673760" y="0"/>
                    <a:pt x="4675422" y="689"/>
                    <a:pt x="4676649" y="1915"/>
                  </a:cubicBezTo>
                  <a:cubicBezTo>
                    <a:pt x="4677875" y="3141"/>
                    <a:pt x="4678563" y="4804"/>
                    <a:pt x="4678563" y="6537"/>
                  </a:cubicBezTo>
                  <a:lnTo>
                    <a:pt x="4678563" y="2530988"/>
                  </a:lnTo>
                  <a:cubicBezTo>
                    <a:pt x="4678563" y="2534598"/>
                    <a:pt x="4675636" y="2537525"/>
                    <a:pt x="4672026" y="2537525"/>
                  </a:cubicBezTo>
                  <a:lnTo>
                    <a:pt x="6537" y="2537525"/>
                  </a:lnTo>
                  <a:cubicBezTo>
                    <a:pt x="2927" y="2537525"/>
                    <a:pt x="0" y="2534598"/>
                    <a:pt x="0" y="2530988"/>
                  </a:cubicBezTo>
                  <a:lnTo>
                    <a:pt x="0" y="6537"/>
                  </a:lnTo>
                  <a:cubicBezTo>
                    <a:pt x="0" y="2927"/>
                    <a:pt x="2927" y="0"/>
                    <a:pt x="6537" y="0"/>
                  </a:cubicBezTo>
                  <a:close/>
                </a:path>
              </a:pathLst>
            </a:custGeom>
            <a:solidFill>
              <a:srgbClr val="000000">
                <a:alpha val="0"/>
              </a:srgbClr>
            </a:solidFill>
            <a:ln w="38100" cap="sq" cmpd="sng">
              <a:solidFill>
                <a:srgbClr val="FFFBED"/>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txBox="1"/>
            <p:nvPr/>
          </p:nvSpPr>
          <p:spPr>
            <a:xfrm>
              <a:off x="0" y="-47625"/>
              <a:ext cx="4678563" cy="258515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112" name="Google Shape;112;p11"/>
          <p:cNvPicPr preferRelativeResize="0"/>
          <p:nvPr/>
        </p:nvPicPr>
        <p:blipFill>
          <a:blip r:embed="rId3">
            <a:alphaModFix/>
          </a:blip>
          <a:stretch>
            <a:fillRect/>
          </a:stretch>
        </p:blipFill>
        <p:spPr>
          <a:xfrm>
            <a:off x="14153975" y="8320214"/>
            <a:ext cx="1473725" cy="1532425"/>
          </a:xfrm>
          <a:prstGeom prst="rect">
            <a:avLst/>
          </a:prstGeom>
          <a:noFill/>
          <a:ln>
            <a:noFill/>
          </a:ln>
        </p:spPr>
      </p:pic>
      <p:pic>
        <p:nvPicPr>
          <p:cNvPr id="113" name="Google Shape;113;p11"/>
          <p:cNvPicPr preferRelativeResize="0"/>
          <p:nvPr/>
        </p:nvPicPr>
        <p:blipFill>
          <a:blip r:embed="rId4">
            <a:alphaModFix/>
          </a:blip>
          <a:stretch>
            <a:fillRect/>
          </a:stretch>
        </p:blipFill>
        <p:spPr>
          <a:xfrm>
            <a:off x="-1181023" y="-1688175"/>
            <a:ext cx="3288400" cy="4603817"/>
          </a:xfrm>
          <a:prstGeom prst="rect">
            <a:avLst/>
          </a:prstGeom>
          <a:noFill/>
          <a:ln>
            <a:noFill/>
          </a:ln>
        </p:spPr>
      </p:pic>
      <p:grpSp>
        <p:nvGrpSpPr>
          <p:cNvPr id="114" name="Google Shape;114;p11"/>
          <p:cNvGrpSpPr/>
          <p:nvPr/>
        </p:nvGrpSpPr>
        <p:grpSpPr>
          <a:xfrm>
            <a:off x="4388895" y="5425570"/>
            <a:ext cx="9079475" cy="8870610"/>
            <a:chOff x="0" y="0"/>
            <a:chExt cx="831938" cy="812800"/>
          </a:xfrm>
        </p:grpSpPr>
        <p:sp>
          <p:nvSpPr>
            <p:cNvPr id="115" name="Google Shape;115;p11"/>
            <p:cNvSpPr/>
            <p:nvPr/>
          </p:nvSpPr>
          <p:spPr>
            <a:xfrm>
              <a:off x="0" y="0"/>
              <a:ext cx="831938" cy="812800"/>
            </a:xfrm>
            <a:custGeom>
              <a:avLst/>
              <a:gdLst/>
              <a:ahLst/>
              <a:cxnLst/>
              <a:rect l="l" t="t" r="r" b="b"/>
              <a:pathLst>
                <a:path w="831938" h="812800" extrusionOk="0">
                  <a:moveTo>
                    <a:pt x="415969" y="0"/>
                  </a:moveTo>
                  <a:lnTo>
                    <a:pt x="456323" y="33348"/>
                  </a:lnTo>
                  <a:lnTo>
                    <a:pt x="502930" y="8881"/>
                  </a:lnTo>
                  <a:lnTo>
                    <a:pt x="535266" y="49652"/>
                  </a:lnTo>
                  <a:lnTo>
                    <a:pt x="586091" y="35135"/>
                  </a:lnTo>
                  <a:lnTo>
                    <a:pt x="608995" y="81548"/>
                  </a:lnTo>
                  <a:lnTo>
                    <a:pt x="661816" y="77616"/>
                  </a:lnTo>
                  <a:lnTo>
                    <a:pt x="674290" y="127641"/>
                  </a:lnTo>
                  <a:lnTo>
                    <a:pt x="726797" y="134465"/>
                  </a:lnTo>
                  <a:lnTo>
                    <a:pt x="728293" y="185918"/>
                  </a:lnTo>
                  <a:lnTo>
                    <a:pt x="778193" y="203200"/>
                  </a:lnTo>
                  <a:lnTo>
                    <a:pt x="768647" y="253830"/>
                  </a:lnTo>
                  <a:lnTo>
                    <a:pt x="813757" y="280816"/>
                  </a:lnTo>
                  <a:lnTo>
                    <a:pt x="793587" y="328411"/>
                  </a:lnTo>
                  <a:lnTo>
                    <a:pt x="831938" y="363920"/>
                  </a:lnTo>
                  <a:lnTo>
                    <a:pt x="802023" y="406400"/>
                  </a:lnTo>
                  <a:lnTo>
                    <a:pt x="831938" y="448880"/>
                  </a:lnTo>
                  <a:lnTo>
                    <a:pt x="793587" y="484389"/>
                  </a:lnTo>
                  <a:lnTo>
                    <a:pt x="813757" y="531984"/>
                  </a:lnTo>
                  <a:lnTo>
                    <a:pt x="768647" y="558970"/>
                  </a:lnTo>
                  <a:lnTo>
                    <a:pt x="778193" y="609600"/>
                  </a:lnTo>
                  <a:lnTo>
                    <a:pt x="728293" y="626882"/>
                  </a:lnTo>
                  <a:lnTo>
                    <a:pt x="726797" y="678335"/>
                  </a:lnTo>
                  <a:lnTo>
                    <a:pt x="674290" y="685159"/>
                  </a:lnTo>
                  <a:lnTo>
                    <a:pt x="661816" y="735184"/>
                  </a:lnTo>
                  <a:lnTo>
                    <a:pt x="608995" y="731252"/>
                  </a:lnTo>
                  <a:lnTo>
                    <a:pt x="586091" y="777665"/>
                  </a:lnTo>
                  <a:lnTo>
                    <a:pt x="535266" y="763148"/>
                  </a:lnTo>
                  <a:lnTo>
                    <a:pt x="502930" y="803919"/>
                  </a:lnTo>
                  <a:lnTo>
                    <a:pt x="456323" y="779452"/>
                  </a:lnTo>
                  <a:lnTo>
                    <a:pt x="415969" y="812800"/>
                  </a:lnTo>
                  <a:lnTo>
                    <a:pt x="375615" y="779452"/>
                  </a:lnTo>
                  <a:lnTo>
                    <a:pt x="329008" y="803919"/>
                  </a:lnTo>
                  <a:lnTo>
                    <a:pt x="296672" y="763148"/>
                  </a:lnTo>
                  <a:lnTo>
                    <a:pt x="245847" y="777665"/>
                  </a:lnTo>
                  <a:lnTo>
                    <a:pt x="222942" y="731252"/>
                  </a:lnTo>
                  <a:lnTo>
                    <a:pt x="170122" y="735184"/>
                  </a:lnTo>
                  <a:lnTo>
                    <a:pt x="157648" y="685159"/>
                  </a:lnTo>
                  <a:lnTo>
                    <a:pt x="105141" y="678335"/>
                  </a:lnTo>
                  <a:lnTo>
                    <a:pt x="103645" y="626882"/>
                  </a:lnTo>
                  <a:lnTo>
                    <a:pt x="53745" y="609600"/>
                  </a:lnTo>
                  <a:lnTo>
                    <a:pt x="63291" y="558970"/>
                  </a:lnTo>
                  <a:lnTo>
                    <a:pt x="18180" y="531984"/>
                  </a:lnTo>
                  <a:lnTo>
                    <a:pt x="38351" y="484389"/>
                  </a:lnTo>
                  <a:lnTo>
                    <a:pt x="0" y="448880"/>
                  </a:lnTo>
                  <a:lnTo>
                    <a:pt x="29915" y="406400"/>
                  </a:lnTo>
                  <a:lnTo>
                    <a:pt x="0" y="363920"/>
                  </a:lnTo>
                  <a:lnTo>
                    <a:pt x="38351" y="328411"/>
                  </a:lnTo>
                  <a:lnTo>
                    <a:pt x="18180" y="280816"/>
                  </a:lnTo>
                  <a:lnTo>
                    <a:pt x="63291" y="253830"/>
                  </a:lnTo>
                  <a:lnTo>
                    <a:pt x="53745" y="203200"/>
                  </a:lnTo>
                  <a:lnTo>
                    <a:pt x="103645" y="185918"/>
                  </a:lnTo>
                  <a:lnTo>
                    <a:pt x="105141" y="134465"/>
                  </a:lnTo>
                  <a:lnTo>
                    <a:pt x="157648" y="127641"/>
                  </a:lnTo>
                  <a:lnTo>
                    <a:pt x="170122" y="77616"/>
                  </a:lnTo>
                  <a:lnTo>
                    <a:pt x="222942" y="81548"/>
                  </a:lnTo>
                  <a:lnTo>
                    <a:pt x="245847" y="35135"/>
                  </a:lnTo>
                  <a:lnTo>
                    <a:pt x="296672" y="49652"/>
                  </a:lnTo>
                  <a:lnTo>
                    <a:pt x="329008" y="8881"/>
                  </a:lnTo>
                  <a:lnTo>
                    <a:pt x="375615" y="33348"/>
                  </a:lnTo>
                  <a:lnTo>
                    <a:pt x="415969" y="0"/>
                  </a:lnTo>
                  <a:close/>
                </a:path>
              </a:pathLst>
            </a:custGeom>
            <a:solidFill>
              <a:srgbClr val="F2926E"/>
            </a:solidFill>
            <a:ln>
              <a:noFill/>
            </a:ln>
          </p:spPr>
          <p:txBody>
            <a:bodyPr/>
            <a:lstStyle/>
            <a:p>
              <a:endParaRPr lang="en-US"/>
            </a:p>
          </p:txBody>
        </p:sp>
        <p:sp>
          <p:nvSpPr>
            <p:cNvPr id="116" name="Google Shape;116;p11"/>
            <p:cNvSpPr txBox="1"/>
            <p:nvPr/>
          </p:nvSpPr>
          <p:spPr>
            <a:xfrm>
              <a:off x="155988" y="104775"/>
              <a:ext cx="519961"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117" name="Google Shape;117;p11"/>
          <p:cNvPicPr preferRelativeResize="0"/>
          <p:nvPr/>
        </p:nvPicPr>
        <p:blipFill>
          <a:blip r:embed="rId5">
            <a:alphaModFix/>
          </a:blip>
          <a:stretch>
            <a:fillRect/>
          </a:stretch>
        </p:blipFill>
        <p:spPr>
          <a:xfrm>
            <a:off x="2464421" y="6026986"/>
            <a:ext cx="8033224" cy="5410884"/>
          </a:xfrm>
          <a:prstGeom prst="rect">
            <a:avLst/>
          </a:prstGeom>
          <a:noFill/>
          <a:ln>
            <a:noFill/>
          </a:ln>
        </p:spPr>
      </p:pic>
      <p:pic>
        <p:nvPicPr>
          <p:cNvPr id="119" name="Google Shape;119;p11"/>
          <p:cNvPicPr preferRelativeResize="0"/>
          <p:nvPr/>
        </p:nvPicPr>
        <p:blipFill>
          <a:blip r:embed="rId6">
            <a:alphaModFix/>
          </a:blip>
          <a:stretch>
            <a:fillRect/>
          </a:stretch>
        </p:blipFill>
        <p:spPr>
          <a:xfrm>
            <a:off x="15641750" y="1035000"/>
            <a:ext cx="3997250" cy="5213028"/>
          </a:xfrm>
          <a:prstGeom prst="rect">
            <a:avLst/>
          </a:prstGeom>
          <a:noFill/>
          <a:ln>
            <a:noFill/>
          </a:ln>
        </p:spPr>
      </p:pic>
      <p:sp>
        <p:nvSpPr>
          <p:cNvPr id="120" name="Google Shape;120;p11"/>
          <p:cNvSpPr txBox="1"/>
          <p:nvPr/>
        </p:nvSpPr>
        <p:spPr>
          <a:xfrm>
            <a:off x="1028700" y="920781"/>
            <a:ext cx="16230600" cy="2139047"/>
          </a:xfrm>
          <a:prstGeom prst="rect">
            <a:avLst/>
          </a:prstGeom>
          <a:noFill/>
          <a:ln>
            <a:noFill/>
          </a:ln>
        </p:spPr>
        <p:txBody>
          <a:bodyPr spcFirstLastPara="1" wrap="square" lIns="0" tIns="0" rIns="0" bIns="0" anchor="t" anchorCtr="0">
            <a:spAutoFit/>
          </a:bodyPr>
          <a:lstStyle/>
          <a:p>
            <a:pPr algn="ctr"/>
            <a:r>
              <a:rPr lang="en-US" sz="6950" b="1">
                <a:solidFill>
                  <a:srgbClr val="FFFBED"/>
                </a:solidFill>
                <a:latin typeface="Noto Sans"/>
                <a:ea typeface="Noto Sans"/>
                <a:cs typeface="Noto Sans"/>
                <a:sym typeface="Noto Sans"/>
              </a:rPr>
              <a:t>STARTUP SURVIVAL:</a:t>
            </a:r>
            <a:endParaRPr lang="en-US">
              <a:ea typeface="Calibri Light"/>
              <a:sym typeface="Noto Sans"/>
            </a:endParaRPr>
          </a:p>
          <a:p>
            <a:pPr algn="ctr"/>
            <a:r>
              <a:rPr lang="en-US" sz="6950" b="1">
                <a:solidFill>
                  <a:srgbClr val="FFFBED"/>
                </a:solidFill>
                <a:latin typeface="Noto Sans"/>
                <a:ea typeface="Noto Sans"/>
                <a:cs typeface="Noto Sans"/>
                <a:sym typeface="Noto Sans"/>
              </a:rPr>
              <a:t>A HUMAN CAPITAL PERSPECTIVE</a:t>
            </a:r>
            <a:endParaRPr lang="en-US" sz="6950" b="1">
              <a:solidFill>
                <a:srgbClr val="FFFBED"/>
              </a:solidFill>
              <a:latin typeface="Noto Sans"/>
              <a:ea typeface="Noto Sans"/>
              <a:cs typeface="Noto Sans"/>
            </a:endParaRPr>
          </a:p>
        </p:txBody>
      </p:sp>
      <p:grpSp>
        <p:nvGrpSpPr>
          <p:cNvPr id="121" name="Google Shape;121;p11"/>
          <p:cNvGrpSpPr/>
          <p:nvPr/>
        </p:nvGrpSpPr>
        <p:grpSpPr>
          <a:xfrm>
            <a:off x="14601917" y="5925502"/>
            <a:ext cx="577852" cy="577852"/>
            <a:chOff x="0" y="0"/>
            <a:chExt cx="812800" cy="812800"/>
          </a:xfrm>
        </p:grpSpPr>
        <p:sp>
          <p:nvSpPr>
            <p:cNvPr id="122" name="Google Shape;122;p11"/>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2926E"/>
            </a:solidFill>
            <a:ln>
              <a:noFill/>
            </a:ln>
          </p:spPr>
          <p:txBody>
            <a:bodyPr/>
            <a:lstStyle/>
            <a:p>
              <a:endParaRPr lang="en-US"/>
            </a:p>
          </p:txBody>
        </p:sp>
        <p:sp>
          <p:nvSpPr>
            <p:cNvPr id="123" name="Google Shape;123;p11"/>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 name="TextBox 3">
            <a:extLst>
              <a:ext uri="{FF2B5EF4-FFF2-40B4-BE49-F238E27FC236}">
                <a16:creationId xmlns:a16="http://schemas.microsoft.com/office/drawing/2014/main" id="{40C0F3B8-6238-4D1D-61A0-1135BF288E25}"/>
              </a:ext>
            </a:extLst>
          </p:cNvPr>
          <p:cNvSpPr txBox="1"/>
          <p:nvPr/>
        </p:nvSpPr>
        <p:spPr>
          <a:xfrm>
            <a:off x="6548400" y="7902900"/>
            <a:ext cx="52092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chemeClr val="bg1"/>
                </a:solidFill>
              </a:rPr>
              <a:t>Authors:</a:t>
            </a:r>
            <a:r>
              <a:rPr lang="en-US" sz="2400" dirty="0">
                <a:solidFill>
                  <a:schemeClr val="bg1"/>
                </a:solidFill>
              </a:rPr>
              <a:t> Josef </a:t>
            </a:r>
            <a:r>
              <a:rPr lang="en-US" sz="2400" dirty="0" err="1">
                <a:solidFill>
                  <a:schemeClr val="bg1"/>
                </a:solidFill>
              </a:rPr>
              <a:t>Brüderl</a:t>
            </a:r>
            <a:r>
              <a:rPr lang="en-US" sz="2400" dirty="0">
                <a:solidFill>
                  <a:schemeClr val="bg1"/>
                </a:solidFill>
              </a:rPr>
              <a:t>, Peter </a:t>
            </a:r>
            <a:r>
              <a:rPr lang="en-US" sz="2400" dirty="0" err="1">
                <a:solidFill>
                  <a:schemeClr val="bg1"/>
                </a:solidFill>
              </a:rPr>
              <a:t>Preisendörfer</a:t>
            </a:r>
            <a:r>
              <a:rPr lang="en-US" sz="2400" dirty="0">
                <a:solidFill>
                  <a:schemeClr val="bg1"/>
                </a:solidFill>
              </a:rPr>
              <a:t>, Rolf Ziegler</a:t>
            </a:r>
            <a:endParaRPr lang="en-US" dirty="0">
              <a:solidFill>
                <a:schemeClr val="bg1"/>
              </a:solidFill>
            </a:endParaRPr>
          </a:p>
        </p:txBody>
      </p:sp>
      <p:sp>
        <p:nvSpPr>
          <p:cNvPr id="2" name="TextBox 1">
            <a:extLst>
              <a:ext uri="{FF2B5EF4-FFF2-40B4-BE49-F238E27FC236}">
                <a16:creationId xmlns:a16="http://schemas.microsoft.com/office/drawing/2014/main" id="{52EFAF49-FEBC-8C81-33C3-00ED5A240E41}"/>
              </a:ext>
            </a:extLst>
          </p:cNvPr>
          <p:cNvSpPr txBox="1"/>
          <p:nvPr/>
        </p:nvSpPr>
        <p:spPr>
          <a:xfrm>
            <a:off x="12314712" y="3638302"/>
            <a:ext cx="574171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FFFFFF"/>
                </a:solidFill>
              </a:rPr>
              <a:t>By Arpa Banik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5B6B5F"/>
        </a:solidFill>
        <a:effectLst/>
      </p:bgPr>
    </p:bg>
    <p:spTree>
      <p:nvGrpSpPr>
        <p:cNvPr id="1" name="Shape 127"/>
        <p:cNvGrpSpPr/>
        <p:nvPr/>
      </p:nvGrpSpPr>
      <p:grpSpPr>
        <a:xfrm>
          <a:off x="0" y="0"/>
          <a:ext cx="0" cy="0"/>
          <a:chOff x="0" y="0"/>
          <a:chExt cx="0" cy="0"/>
        </a:xfrm>
      </p:grpSpPr>
      <p:pic>
        <p:nvPicPr>
          <p:cNvPr id="128" name="Google Shape;128;p12"/>
          <p:cNvPicPr preferRelativeResize="0"/>
          <p:nvPr/>
        </p:nvPicPr>
        <p:blipFill>
          <a:blip r:embed="rId3">
            <a:alphaModFix/>
          </a:blip>
          <a:stretch>
            <a:fillRect/>
          </a:stretch>
        </p:blipFill>
        <p:spPr>
          <a:xfrm>
            <a:off x="0" y="5448375"/>
            <a:ext cx="2748975" cy="4636254"/>
          </a:xfrm>
          <a:prstGeom prst="rect">
            <a:avLst/>
          </a:prstGeom>
          <a:noFill/>
          <a:ln>
            <a:noFill/>
          </a:ln>
        </p:spPr>
      </p:pic>
      <p:pic>
        <p:nvPicPr>
          <p:cNvPr id="129" name="Google Shape;129;p12"/>
          <p:cNvPicPr preferRelativeResize="0"/>
          <p:nvPr/>
        </p:nvPicPr>
        <p:blipFill>
          <a:blip r:embed="rId4">
            <a:alphaModFix/>
          </a:blip>
          <a:stretch>
            <a:fillRect/>
          </a:stretch>
        </p:blipFill>
        <p:spPr>
          <a:xfrm>
            <a:off x="1030750" y="1081522"/>
            <a:ext cx="936775" cy="955024"/>
          </a:xfrm>
          <a:prstGeom prst="rect">
            <a:avLst/>
          </a:prstGeom>
          <a:noFill/>
          <a:ln>
            <a:noFill/>
          </a:ln>
        </p:spPr>
      </p:pic>
      <p:pic>
        <p:nvPicPr>
          <p:cNvPr id="130" name="Google Shape;130;p12"/>
          <p:cNvPicPr preferRelativeResize="0"/>
          <p:nvPr/>
        </p:nvPicPr>
        <p:blipFill>
          <a:blip r:embed="rId5">
            <a:alphaModFix/>
          </a:blip>
          <a:stretch>
            <a:fillRect/>
          </a:stretch>
        </p:blipFill>
        <p:spPr>
          <a:xfrm>
            <a:off x="16096100" y="387588"/>
            <a:ext cx="1920724" cy="2342900"/>
          </a:xfrm>
          <a:prstGeom prst="rect">
            <a:avLst/>
          </a:prstGeom>
          <a:noFill/>
          <a:ln>
            <a:noFill/>
          </a:ln>
        </p:spPr>
      </p:pic>
      <p:grpSp>
        <p:nvGrpSpPr>
          <p:cNvPr id="131" name="Google Shape;131;p12"/>
          <p:cNvGrpSpPr/>
          <p:nvPr/>
        </p:nvGrpSpPr>
        <p:grpSpPr>
          <a:xfrm>
            <a:off x="2773005" y="3042620"/>
            <a:ext cx="12774469" cy="5982291"/>
            <a:chOff x="0" y="-38100"/>
            <a:chExt cx="1264019" cy="1346334"/>
          </a:xfrm>
        </p:grpSpPr>
        <p:sp>
          <p:nvSpPr>
            <p:cNvPr id="132" name="Google Shape;132;p12"/>
            <p:cNvSpPr/>
            <p:nvPr/>
          </p:nvSpPr>
          <p:spPr>
            <a:xfrm>
              <a:off x="0" y="0"/>
              <a:ext cx="1264019" cy="1308234"/>
            </a:xfrm>
            <a:custGeom>
              <a:avLst/>
              <a:gdLst/>
              <a:ahLst/>
              <a:cxnLst/>
              <a:rect l="l" t="t" r="r" b="b"/>
              <a:pathLst>
                <a:path w="1264019" h="1308234" extrusionOk="0">
                  <a:moveTo>
                    <a:pt x="30789" y="0"/>
                  </a:moveTo>
                  <a:lnTo>
                    <a:pt x="1233230" y="0"/>
                  </a:lnTo>
                  <a:cubicBezTo>
                    <a:pt x="1241396" y="0"/>
                    <a:pt x="1249227" y="3244"/>
                    <a:pt x="1255001" y="9018"/>
                  </a:cubicBezTo>
                  <a:cubicBezTo>
                    <a:pt x="1260776" y="14792"/>
                    <a:pt x="1264019" y="22623"/>
                    <a:pt x="1264019" y="30789"/>
                  </a:cubicBezTo>
                  <a:lnTo>
                    <a:pt x="1264019" y="1277445"/>
                  </a:lnTo>
                  <a:cubicBezTo>
                    <a:pt x="1264019" y="1285611"/>
                    <a:pt x="1260776" y="1293442"/>
                    <a:pt x="1255001" y="1299216"/>
                  </a:cubicBezTo>
                  <a:cubicBezTo>
                    <a:pt x="1249227" y="1304990"/>
                    <a:pt x="1241396" y="1308234"/>
                    <a:pt x="1233230" y="1308234"/>
                  </a:cubicBezTo>
                  <a:lnTo>
                    <a:pt x="30789" y="1308234"/>
                  </a:lnTo>
                  <a:cubicBezTo>
                    <a:pt x="22623" y="1308234"/>
                    <a:pt x="14792" y="1304990"/>
                    <a:pt x="9018" y="1299216"/>
                  </a:cubicBezTo>
                  <a:cubicBezTo>
                    <a:pt x="3244" y="1293442"/>
                    <a:pt x="0" y="1285611"/>
                    <a:pt x="0" y="1277445"/>
                  </a:cubicBezTo>
                  <a:lnTo>
                    <a:pt x="0" y="30789"/>
                  </a:lnTo>
                  <a:cubicBezTo>
                    <a:pt x="0" y="22623"/>
                    <a:pt x="3244" y="14792"/>
                    <a:pt x="9018" y="9018"/>
                  </a:cubicBezTo>
                  <a:cubicBezTo>
                    <a:pt x="14792" y="3244"/>
                    <a:pt x="22623" y="0"/>
                    <a:pt x="30789" y="0"/>
                  </a:cubicBezTo>
                  <a:close/>
                </a:path>
              </a:pathLst>
            </a:custGeom>
            <a:solidFill>
              <a:srgbClr val="FFF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2"/>
            <p:cNvSpPr txBox="1"/>
            <p:nvPr/>
          </p:nvSpPr>
          <p:spPr>
            <a:xfrm>
              <a:off x="0" y="-38100"/>
              <a:ext cx="1264019" cy="1346334"/>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4" name="Google Shape;134;p12"/>
          <p:cNvGrpSpPr/>
          <p:nvPr/>
        </p:nvGrpSpPr>
        <p:grpSpPr>
          <a:xfrm>
            <a:off x="2105214" y="2424731"/>
            <a:ext cx="1631645" cy="1585925"/>
            <a:chOff x="0" y="0"/>
            <a:chExt cx="812800" cy="812800"/>
          </a:xfrm>
        </p:grpSpPr>
        <p:sp>
          <p:nvSpPr>
            <p:cNvPr id="135" name="Google Shape;135;p12"/>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2926E"/>
            </a:solidFill>
            <a:ln>
              <a:noFill/>
            </a:ln>
          </p:spPr>
          <p:txBody>
            <a:bodyPr/>
            <a:lstStyle/>
            <a:p>
              <a:endParaRPr lang="en-US"/>
            </a:p>
          </p:txBody>
        </p:sp>
        <p:sp>
          <p:nvSpPr>
            <p:cNvPr id="136" name="Google Shape;136;p12"/>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49" name="Google Shape;149;p12"/>
          <p:cNvSpPr txBox="1"/>
          <p:nvPr/>
        </p:nvSpPr>
        <p:spPr>
          <a:xfrm>
            <a:off x="4460980" y="1047750"/>
            <a:ext cx="9642991" cy="1661993"/>
          </a:xfrm>
          <a:prstGeom prst="rect">
            <a:avLst/>
          </a:prstGeom>
          <a:noFill/>
          <a:ln>
            <a:noFill/>
          </a:ln>
        </p:spPr>
        <p:txBody>
          <a:bodyPr spcFirstLastPara="1" wrap="square" lIns="0" tIns="0" rIns="0" bIns="0" anchor="t" anchorCtr="0">
            <a:spAutoFit/>
          </a:bodyPr>
          <a:lstStyle/>
          <a:p>
            <a:pPr algn="ctr">
              <a:lnSpc>
                <a:spcPct val="120000"/>
              </a:lnSpc>
            </a:pPr>
            <a:r>
              <a:rPr lang="en-US" sz="9000">
                <a:solidFill>
                  <a:srgbClr val="FFFBED"/>
                </a:solidFill>
                <a:latin typeface="Noto Sans"/>
                <a:ea typeface="Noto Sans"/>
                <a:cs typeface="Noto Sans"/>
              </a:rPr>
              <a:t>Introduction</a:t>
            </a:r>
          </a:p>
        </p:txBody>
      </p:sp>
      <p:grpSp>
        <p:nvGrpSpPr>
          <p:cNvPr id="159" name="Google Shape;159;p12"/>
          <p:cNvGrpSpPr/>
          <p:nvPr/>
        </p:nvGrpSpPr>
        <p:grpSpPr>
          <a:xfrm>
            <a:off x="16419491" y="8793162"/>
            <a:ext cx="1016693" cy="1016693"/>
            <a:chOff x="0" y="0"/>
            <a:chExt cx="812800" cy="812800"/>
          </a:xfrm>
        </p:grpSpPr>
        <p:sp>
          <p:nvSpPr>
            <p:cNvPr id="160" name="Google Shape;160;p12"/>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txBody>
            <a:bodyPr/>
            <a:lstStyle/>
            <a:p>
              <a:endParaRPr lang="en-US"/>
            </a:p>
          </p:txBody>
        </p:sp>
        <p:sp>
          <p:nvSpPr>
            <p:cNvPr id="161" name="Google Shape;161;p12"/>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2" name="Google Shape;162;p12"/>
          <p:cNvGrpSpPr/>
          <p:nvPr/>
        </p:nvGrpSpPr>
        <p:grpSpPr>
          <a:xfrm>
            <a:off x="17169056" y="8767251"/>
            <a:ext cx="534257" cy="534257"/>
            <a:chOff x="0" y="0"/>
            <a:chExt cx="812800" cy="812800"/>
          </a:xfrm>
        </p:grpSpPr>
        <p:sp>
          <p:nvSpPr>
            <p:cNvPr id="163" name="Google Shape;163;p12"/>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2926E"/>
            </a:solidFill>
            <a:ln>
              <a:noFill/>
            </a:ln>
          </p:spPr>
          <p:txBody>
            <a:bodyPr/>
            <a:lstStyle/>
            <a:p>
              <a:endParaRPr lang="en-US"/>
            </a:p>
          </p:txBody>
        </p:sp>
        <p:sp>
          <p:nvSpPr>
            <p:cNvPr id="164" name="Google Shape;164;p12"/>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 name="TextBox 1">
            <a:extLst>
              <a:ext uri="{FF2B5EF4-FFF2-40B4-BE49-F238E27FC236}">
                <a16:creationId xmlns:a16="http://schemas.microsoft.com/office/drawing/2014/main" id="{AEB821C7-2D3C-B27D-D1F5-BAF26ECC1E73}"/>
              </a:ext>
            </a:extLst>
          </p:cNvPr>
          <p:cNvSpPr txBox="1"/>
          <p:nvPr/>
        </p:nvSpPr>
        <p:spPr>
          <a:xfrm>
            <a:off x="3680924" y="3680357"/>
            <a:ext cx="10922451" cy="46935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spcAft>
                <a:spcPts val="3000"/>
              </a:spcAft>
              <a:buChar char="•"/>
            </a:pPr>
            <a:r>
              <a:rPr lang="en-US" sz="3200" dirty="0">
                <a:solidFill>
                  <a:schemeClr val="tx1"/>
                </a:solidFill>
              </a:rPr>
              <a:t>Significant rise in business formation across Europe in the 1980s</a:t>
            </a:r>
          </a:p>
          <a:p>
            <a:pPr marL="457200" indent="-457200">
              <a:spcAft>
                <a:spcPts val="3000"/>
              </a:spcAft>
              <a:buChar char="•"/>
            </a:pPr>
            <a:r>
              <a:rPr lang="en-US" sz="3200" dirty="0">
                <a:solidFill>
                  <a:schemeClr val="tx1"/>
                </a:solidFill>
              </a:rPr>
              <a:t>Hopes attached to new ventures: job creation, innovation, competitiveness​</a:t>
            </a:r>
          </a:p>
          <a:p>
            <a:pPr marL="457200" indent="-457200">
              <a:spcAft>
                <a:spcPts val="3000"/>
              </a:spcAft>
              <a:buChar char="•"/>
            </a:pPr>
            <a:r>
              <a:rPr lang="en-US" sz="3200" b="1" i="1" dirty="0">
                <a:solidFill>
                  <a:schemeClr val="tx1"/>
                </a:solidFill>
              </a:rPr>
              <a:t>BUT</a:t>
            </a:r>
            <a:r>
              <a:rPr lang="en-US" sz="3200" dirty="0">
                <a:solidFill>
                  <a:schemeClr val="tx1"/>
                </a:solidFill>
              </a:rPr>
              <a:t>: Many new firms fail quickly​</a:t>
            </a:r>
          </a:p>
          <a:p>
            <a:pPr marL="457200" indent="-457200">
              <a:spcAft>
                <a:spcPts val="3000"/>
              </a:spcAft>
              <a:buChar char="•"/>
            </a:pPr>
            <a:r>
              <a:rPr lang="en-US" sz="3200" b="1" dirty="0">
                <a:solidFill>
                  <a:schemeClr val="tx1"/>
                </a:solidFill>
              </a:rPr>
              <a:t>Research question:</a:t>
            </a:r>
            <a:r>
              <a:rPr lang="en-US" sz="3200" dirty="0">
                <a:solidFill>
                  <a:schemeClr val="tx1"/>
                </a:solidFill>
              </a:rPr>
              <a:t> What determines whether new businesses survive?​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5B6B5F"/>
        </a:solidFill>
        <a:effectLst/>
      </p:bgPr>
    </p:bg>
    <p:spTree>
      <p:nvGrpSpPr>
        <p:cNvPr id="1" name="Shape 168"/>
        <p:cNvGrpSpPr/>
        <p:nvPr/>
      </p:nvGrpSpPr>
      <p:grpSpPr>
        <a:xfrm>
          <a:off x="0" y="0"/>
          <a:ext cx="0" cy="0"/>
          <a:chOff x="0" y="0"/>
          <a:chExt cx="0" cy="0"/>
        </a:xfrm>
      </p:grpSpPr>
      <p:pic>
        <p:nvPicPr>
          <p:cNvPr id="169" name="Google Shape;169;p13"/>
          <p:cNvPicPr preferRelativeResize="0"/>
          <p:nvPr/>
        </p:nvPicPr>
        <p:blipFill>
          <a:blip r:embed="rId3">
            <a:alphaModFix/>
          </a:blip>
          <a:stretch>
            <a:fillRect/>
          </a:stretch>
        </p:blipFill>
        <p:spPr>
          <a:xfrm>
            <a:off x="16087625" y="5992285"/>
            <a:ext cx="1865950" cy="2592314"/>
          </a:xfrm>
          <a:prstGeom prst="rect">
            <a:avLst/>
          </a:prstGeom>
          <a:noFill/>
          <a:ln>
            <a:noFill/>
          </a:ln>
        </p:spPr>
      </p:pic>
      <p:pic>
        <p:nvPicPr>
          <p:cNvPr id="170" name="Google Shape;170;p13"/>
          <p:cNvPicPr preferRelativeResize="0"/>
          <p:nvPr/>
        </p:nvPicPr>
        <p:blipFill>
          <a:blip r:embed="rId4">
            <a:alphaModFix/>
          </a:blip>
          <a:stretch>
            <a:fillRect/>
          </a:stretch>
        </p:blipFill>
        <p:spPr>
          <a:xfrm>
            <a:off x="538029" y="3626600"/>
            <a:ext cx="1785608" cy="1714500"/>
          </a:xfrm>
          <a:prstGeom prst="rect">
            <a:avLst/>
          </a:prstGeom>
          <a:noFill/>
          <a:ln>
            <a:noFill/>
          </a:ln>
        </p:spPr>
      </p:pic>
      <p:grpSp>
        <p:nvGrpSpPr>
          <p:cNvPr id="172" name="Google Shape;172;p13"/>
          <p:cNvGrpSpPr/>
          <p:nvPr/>
        </p:nvGrpSpPr>
        <p:grpSpPr>
          <a:xfrm>
            <a:off x="-891803" y="8924610"/>
            <a:ext cx="2322641" cy="2322641"/>
            <a:chOff x="0" y="0"/>
            <a:chExt cx="812800" cy="812800"/>
          </a:xfrm>
        </p:grpSpPr>
        <p:sp>
          <p:nvSpPr>
            <p:cNvPr id="173" name="Google Shape;173;p13"/>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txBody>
            <a:bodyPr/>
            <a:lstStyle/>
            <a:p>
              <a:endParaRPr lang="en-US"/>
            </a:p>
          </p:txBody>
        </p:sp>
        <p:sp>
          <p:nvSpPr>
            <p:cNvPr id="174" name="Google Shape;174;p13"/>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75" name="Google Shape;175;p13"/>
          <p:cNvSpPr txBox="1"/>
          <p:nvPr/>
        </p:nvSpPr>
        <p:spPr>
          <a:xfrm>
            <a:off x="1430838" y="1028700"/>
            <a:ext cx="15426324" cy="1661993"/>
          </a:xfrm>
          <a:prstGeom prst="rect">
            <a:avLst/>
          </a:prstGeom>
          <a:noFill/>
          <a:ln>
            <a:noFill/>
          </a:ln>
        </p:spPr>
        <p:txBody>
          <a:bodyPr spcFirstLastPara="1" wrap="square" lIns="0" tIns="0" rIns="0" bIns="0" anchor="t" anchorCtr="0">
            <a:spAutoFit/>
          </a:bodyPr>
          <a:lstStyle/>
          <a:p>
            <a:pPr algn="ctr">
              <a:lnSpc>
                <a:spcPct val="120000"/>
              </a:lnSpc>
            </a:pPr>
            <a:r>
              <a:rPr lang="en-US" sz="9000">
                <a:solidFill>
                  <a:srgbClr val="FFFBED"/>
                </a:solidFill>
                <a:latin typeface="Noto Sans"/>
                <a:ea typeface="Noto Sans"/>
                <a:cs typeface="Noto Sans"/>
                <a:sym typeface="Noto Sans"/>
              </a:rPr>
              <a:t>Theoretical Framework</a:t>
            </a:r>
            <a:endParaRPr lang="en-US"/>
          </a:p>
        </p:txBody>
      </p:sp>
      <p:grpSp>
        <p:nvGrpSpPr>
          <p:cNvPr id="177" name="Google Shape;177;p13"/>
          <p:cNvGrpSpPr/>
          <p:nvPr/>
        </p:nvGrpSpPr>
        <p:grpSpPr>
          <a:xfrm>
            <a:off x="1416661" y="7604728"/>
            <a:ext cx="1071339" cy="1071339"/>
            <a:chOff x="0" y="0"/>
            <a:chExt cx="812800" cy="812800"/>
          </a:xfrm>
        </p:grpSpPr>
        <p:sp>
          <p:nvSpPr>
            <p:cNvPr id="178" name="Google Shape;178;p13"/>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2926E"/>
            </a:solidFill>
            <a:ln>
              <a:noFill/>
            </a:ln>
          </p:spPr>
          <p:txBody>
            <a:bodyPr/>
            <a:lstStyle/>
            <a:p>
              <a:endParaRPr lang="en-US"/>
            </a:p>
          </p:txBody>
        </p:sp>
        <p:sp>
          <p:nvSpPr>
            <p:cNvPr id="179" name="Google Shape;179;p13"/>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180" name="Google Shape;180;p13"/>
          <p:cNvPicPr preferRelativeResize="0"/>
          <p:nvPr/>
        </p:nvPicPr>
        <p:blipFill>
          <a:blip r:embed="rId5">
            <a:alphaModFix/>
          </a:blip>
          <a:stretch>
            <a:fillRect/>
          </a:stretch>
        </p:blipFill>
        <p:spPr>
          <a:xfrm>
            <a:off x="16857149" y="512900"/>
            <a:ext cx="1002125" cy="1008199"/>
          </a:xfrm>
          <a:prstGeom prst="rect">
            <a:avLst/>
          </a:prstGeom>
          <a:noFill/>
          <a:ln>
            <a:noFill/>
          </a:ln>
        </p:spPr>
      </p:pic>
      <p:sp>
        <p:nvSpPr>
          <p:cNvPr id="2" name="TextBox 1">
            <a:extLst>
              <a:ext uri="{FF2B5EF4-FFF2-40B4-BE49-F238E27FC236}">
                <a16:creationId xmlns:a16="http://schemas.microsoft.com/office/drawing/2014/main" id="{DAB2724D-9EAB-863F-A31C-DBD2AFA5EE99}"/>
              </a:ext>
            </a:extLst>
          </p:cNvPr>
          <p:cNvSpPr txBox="1"/>
          <p:nvPr/>
        </p:nvSpPr>
        <p:spPr>
          <a:xfrm>
            <a:off x="3110502" y="4914900"/>
            <a:ext cx="7405098" cy="2764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275"/>
              </a:lnSpc>
            </a:pPr>
            <a:r>
              <a:rPr lang="en-US" sz="1800">
                <a:solidFill>
                  <a:srgbClr val="FFFFFF"/>
                </a:solidFill>
                <a:latin typeface="Calibri"/>
                <a:cs typeface="Segoe UI"/>
              </a:rPr>
              <a:t>​</a:t>
            </a:r>
            <a:endParaRPr lang="en-US"/>
          </a:p>
        </p:txBody>
      </p:sp>
      <p:grpSp>
        <p:nvGrpSpPr>
          <p:cNvPr id="6" name="Google Shape;131;p12">
            <a:extLst>
              <a:ext uri="{FF2B5EF4-FFF2-40B4-BE49-F238E27FC236}">
                <a16:creationId xmlns:a16="http://schemas.microsoft.com/office/drawing/2014/main" id="{BAF7E4E1-D8C8-7A12-8F11-F2A21ACC9592}"/>
              </a:ext>
            </a:extLst>
          </p:cNvPr>
          <p:cNvGrpSpPr/>
          <p:nvPr/>
        </p:nvGrpSpPr>
        <p:grpSpPr>
          <a:xfrm>
            <a:off x="2760162" y="2554596"/>
            <a:ext cx="13326704" cy="6367573"/>
            <a:chOff x="0" y="-124809"/>
            <a:chExt cx="1318662" cy="1433043"/>
          </a:xfrm>
        </p:grpSpPr>
        <p:sp>
          <p:nvSpPr>
            <p:cNvPr id="4" name="Google Shape;132;p12">
              <a:extLst>
                <a:ext uri="{FF2B5EF4-FFF2-40B4-BE49-F238E27FC236}">
                  <a16:creationId xmlns:a16="http://schemas.microsoft.com/office/drawing/2014/main" id="{E141CA63-6527-C25C-4935-98DBDB669884}"/>
                </a:ext>
              </a:extLst>
            </p:cNvPr>
            <p:cNvSpPr/>
            <p:nvPr/>
          </p:nvSpPr>
          <p:spPr>
            <a:xfrm>
              <a:off x="0" y="0"/>
              <a:ext cx="1264019" cy="1308234"/>
            </a:xfrm>
            <a:custGeom>
              <a:avLst/>
              <a:gdLst/>
              <a:ahLst/>
              <a:cxnLst/>
              <a:rect l="l" t="t" r="r" b="b"/>
              <a:pathLst>
                <a:path w="1264019" h="1308234" extrusionOk="0">
                  <a:moveTo>
                    <a:pt x="30789" y="0"/>
                  </a:moveTo>
                  <a:lnTo>
                    <a:pt x="1233230" y="0"/>
                  </a:lnTo>
                  <a:cubicBezTo>
                    <a:pt x="1241396" y="0"/>
                    <a:pt x="1249227" y="3244"/>
                    <a:pt x="1255001" y="9018"/>
                  </a:cubicBezTo>
                  <a:cubicBezTo>
                    <a:pt x="1260776" y="14792"/>
                    <a:pt x="1264019" y="22623"/>
                    <a:pt x="1264019" y="30789"/>
                  </a:cubicBezTo>
                  <a:lnTo>
                    <a:pt x="1264019" y="1277445"/>
                  </a:lnTo>
                  <a:cubicBezTo>
                    <a:pt x="1264019" y="1285611"/>
                    <a:pt x="1260776" y="1293442"/>
                    <a:pt x="1255001" y="1299216"/>
                  </a:cubicBezTo>
                  <a:cubicBezTo>
                    <a:pt x="1249227" y="1304990"/>
                    <a:pt x="1241396" y="1308234"/>
                    <a:pt x="1233230" y="1308234"/>
                  </a:cubicBezTo>
                  <a:lnTo>
                    <a:pt x="30789" y="1308234"/>
                  </a:lnTo>
                  <a:cubicBezTo>
                    <a:pt x="22623" y="1308234"/>
                    <a:pt x="14792" y="1304990"/>
                    <a:pt x="9018" y="1299216"/>
                  </a:cubicBezTo>
                  <a:cubicBezTo>
                    <a:pt x="3244" y="1293442"/>
                    <a:pt x="0" y="1285611"/>
                    <a:pt x="0" y="1277445"/>
                  </a:cubicBezTo>
                  <a:lnTo>
                    <a:pt x="0" y="30789"/>
                  </a:lnTo>
                  <a:cubicBezTo>
                    <a:pt x="0" y="22623"/>
                    <a:pt x="3244" y="14792"/>
                    <a:pt x="9018" y="9018"/>
                  </a:cubicBezTo>
                  <a:cubicBezTo>
                    <a:pt x="14792" y="3244"/>
                    <a:pt x="22623" y="0"/>
                    <a:pt x="30789" y="0"/>
                  </a:cubicBezTo>
                  <a:close/>
                </a:path>
              </a:pathLst>
            </a:custGeom>
            <a:solidFill>
              <a:srgbClr val="FFF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33;p12">
              <a:extLst>
                <a:ext uri="{FF2B5EF4-FFF2-40B4-BE49-F238E27FC236}">
                  <a16:creationId xmlns:a16="http://schemas.microsoft.com/office/drawing/2014/main" id="{3240D5B3-248E-1527-8353-BDF9D60F3F27}"/>
                </a:ext>
              </a:extLst>
            </p:cNvPr>
            <p:cNvSpPr txBox="1"/>
            <p:nvPr/>
          </p:nvSpPr>
          <p:spPr>
            <a:xfrm>
              <a:off x="0" y="-124809"/>
              <a:ext cx="1318662" cy="143304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7" name="TextBox 6">
            <a:extLst>
              <a:ext uri="{FF2B5EF4-FFF2-40B4-BE49-F238E27FC236}">
                <a16:creationId xmlns:a16="http://schemas.microsoft.com/office/drawing/2014/main" id="{A6474E1D-F9E3-B224-246D-2B672D2F5BD1}"/>
              </a:ext>
            </a:extLst>
          </p:cNvPr>
          <p:cNvSpPr txBox="1"/>
          <p:nvPr/>
        </p:nvSpPr>
        <p:spPr>
          <a:xfrm>
            <a:off x="3300369" y="3523266"/>
            <a:ext cx="11214446"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3000"/>
              </a:spcAft>
            </a:pPr>
            <a:r>
              <a:rPr lang="en-US" sz="3200" dirty="0"/>
              <a:t>Combines two theories to explain survival:​</a:t>
            </a:r>
          </a:p>
          <a:p>
            <a:pPr marL="1543050" lvl="1" indent="-514350">
              <a:spcAft>
                <a:spcPts val="3000"/>
              </a:spcAft>
              <a:buAutoNum type="arabicPeriod"/>
            </a:pPr>
            <a:r>
              <a:rPr lang="en-US" sz="2800" b="1" dirty="0"/>
              <a:t>Human Capital Theory:</a:t>
            </a:r>
            <a:r>
              <a:rPr lang="en-US" sz="2800" dirty="0"/>
              <a:t> Attributes of the founder impact productivity and access to resources​</a:t>
            </a:r>
          </a:p>
          <a:p>
            <a:pPr marL="1543050" lvl="1" indent="-514350">
              <a:spcAft>
                <a:spcPts val="3000"/>
              </a:spcAft>
              <a:buAutoNum type="arabicPeriod"/>
            </a:pPr>
            <a:r>
              <a:rPr lang="en-US" sz="2800" b="1" dirty="0"/>
              <a:t>Organizational Ecology:</a:t>
            </a:r>
            <a:r>
              <a:rPr lang="en-US" sz="2800" dirty="0"/>
              <a:t> Emphasizes age, size, strategy, and environmental fit of the organization​</a:t>
            </a:r>
            <a:endParaRPr lang="en-US" dirty="0"/>
          </a:p>
          <a:p>
            <a:pPr>
              <a:spcAft>
                <a:spcPts val="3000"/>
              </a:spcAft>
            </a:pPr>
            <a:r>
              <a:rPr lang="en-US" sz="3200" b="1" dirty="0"/>
              <a:t>Research gap:</a:t>
            </a:r>
            <a:r>
              <a:rPr lang="en-US" sz="3200" dirty="0"/>
              <a:t> Past studies lacked theoretical grounding and used weak data​</a:t>
            </a:r>
            <a:endParaRPr lang="en-US" dirty="0"/>
          </a:p>
          <a:p>
            <a:pPr>
              <a:spcAft>
                <a:spcPts val="3000"/>
              </a:spcAft>
            </a:pPr>
            <a:r>
              <a:rPr lang="en-US" sz="2800" dirty="0">
                <a:cs typeface="Segoe UI"/>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5B6B5F"/>
        </a:solidFill>
        <a:effectLst/>
      </p:bgPr>
    </p:bg>
    <p:spTree>
      <p:nvGrpSpPr>
        <p:cNvPr id="1" name="Shape 168">
          <a:extLst>
            <a:ext uri="{FF2B5EF4-FFF2-40B4-BE49-F238E27FC236}">
              <a16:creationId xmlns:a16="http://schemas.microsoft.com/office/drawing/2014/main" id="{292CE9FE-80B1-8DB2-8DCB-2C3EE7D6616A}"/>
            </a:ext>
          </a:extLst>
        </p:cNvPr>
        <p:cNvGrpSpPr/>
        <p:nvPr/>
      </p:nvGrpSpPr>
      <p:grpSpPr>
        <a:xfrm>
          <a:off x="0" y="0"/>
          <a:ext cx="0" cy="0"/>
          <a:chOff x="0" y="0"/>
          <a:chExt cx="0" cy="0"/>
        </a:xfrm>
      </p:grpSpPr>
      <p:pic>
        <p:nvPicPr>
          <p:cNvPr id="169" name="Google Shape;169;p13">
            <a:extLst>
              <a:ext uri="{FF2B5EF4-FFF2-40B4-BE49-F238E27FC236}">
                <a16:creationId xmlns:a16="http://schemas.microsoft.com/office/drawing/2014/main" id="{AA4C1EC7-8DEE-8BA4-2A27-AEC8820E3A5D}"/>
              </a:ext>
            </a:extLst>
          </p:cNvPr>
          <p:cNvPicPr preferRelativeResize="0"/>
          <p:nvPr/>
        </p:nvPicPr>
        <p:blipFill>
          <a:blip r:embed="rId3">
            <a:alphaModFix/>
          </a:blip>
          <a:stretch>
            <a:fillRect/>
          </a:stretch>
        </p:blipFill>
        <p:spPr>
          <a:xfrm>
            <a:off x="16087625" y="5992285"/>
            <a:ext cx="1865950" cy="2592314"/>
          </a:xfrm>
          <a:prstGeom prst="rect">
            <a:avLst/>
          </a:prstGeom>
          <a:noFill/>
          <a:ln>
            <a:noFill/>
          </a:ln>
        </p:spPr>
      </p:pic>
      <p:pic>
        <p:nvPicPr>
          <p:cNvPr id="170" name="Google Shape;170;p13">
            <a:extLst>
              <a:ext uri="{FF2B5EF4-FFF2-40B4-BE49-F238E27FC236}">
                <a16:creationId xmlns:a16="http://schemas.microsoft.com/office/drawing/2014/main" id="{709022DB-DB43-661D-E463-AA8CF2CA4377}"/>
              </a:ext>
            </a:extLst>
          </p:cNvPr>
          <p:cNvPicPr preferRelativeResize="0"/>
          <p:nvPr/>
        </p:nvPicPr>
        <p:blipFill>
          <a:blip r:embed="rId4">
            <a:alphaModFix/>
          </a:blip>
          <a:stretch>
            <a:fillRect/>
          </a:stretch>
        </p:blipFill>
        <p:spPr>
          <a:xfrm>
            <a:off x="538029" y="3626600"/>
            <a:ext cx="1785608" cy="1714500"/>
          </a:xfrm>
          <a:prstGeom prst="rect">
            <a:avLst/>
          </a:prstGeom>
          <a:noFill/>
          <a:ln>
            <a:noFill/>
          </a:ln>
        </p:spPr>
      </p:pic>
      <p:grpSp>
        <p:nvGrpSpPr>
          <p:cNvPr id="172" name="Google Shape;172;p13">
            <a:extLst>
              <a:ext uri="{FF2B5EF4-FFF2-40B4-BE49-F238E27FC236}">
                <a16:creationId xmlns:a16="http://schemas.microsoft.com/office/drawing/2014/main" id="{BDDB27C7-CA4A-6368-3BB3-AAB0FA1DC0BB}"/>
              </a:ext>
            </a:extLst>
          </p:cNvPr>
          <p:cNvGrpSpPr/>
          <p:nvPr/>
        </p:nvGrpSpPr>
        <p:grpSpPr>
          <a:xfrm>
            <a:off x="-891803" y="8924610"/>
            <a:ext cx="2322641" cy="2322641"/>
            <a:chOff x="0" y="0"/>
            <a:chExt cx="812800" cy="812800"/>
          </a:xfrm>
        </p:grpSpPr>
        <p:sp>
          <p:nvSpPr>
            <p:cNvPr id="173" name="Google Shape;173;p13">
              <a:extLst>
                <a:ext uri="{FF2B5EF4-FFF2-40B4-BE49-F238E27FC236}">
                  <a16:creationId xmlns:a16="http://schemas.microsoft.com/office/drawing/2014/main" id="{84658544-0608-668C-26A8-25743B9D96C5}"/>
                </a:ext>
              </a:extLst>
            </p:cNvPr>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txBody>
            <a:bodyPr/>
            <a:lstStyle/>
            <a:p>
              <a:endParaRPr lang="en-US"/>
            </a:p>
          </p:txBody>
        </p:sp>
        <p:sp>
          <p:nvSpPr>
            <p:cNvPr id="174" name="Google Shape;174;p13">
              <a:extLst>
                <a:ext uri="{FF2B5EF4-FFF2-40B4-BE49-F238E27FC236}">
                  <a16:creationId xmlns:a16="http://schemas.microsoft.com/office/drawing/2014/main" id="{2625AFCB-8B89-BD9A-BE25-E3B1BCD14432}"/>
                </a:ext>
              </a:extLst>
            </p:cNvPr>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75" name="Google Shape;175;p13">
            <a:extLst>
              <a:ext uri="{FF2B5EF4-FFF2-40B4-BE49-F238E27FC236}">
                <a16:creationId xmlns:a16="http://schemas.microsoft.com/office/drawing/2014/main" id="{17F8C2E4-0C25-A180-3C64-E644654CF6DB}"/>
              </a:ext>
            </a:extLst>
          </p:cNvPr>
          <p:cNvSpPr txBox="1"/>
          <p:nvPr/>
        </p:nvSpPr>
        <p:spPr>
          <a:xfrm>
            <a:off x="1430838" y="1028700"/>
            <a:ext cx="15426324" cy="1661993"/>
          </a:xfrm>
          <a:prstGeom prst="rect">
            <a:avLst/>
          </a:prstGeom>
          <a:noFill/>
          <a:ln>
            <a:noFill/>
          </a:ln>
        </p:spPr>
        <p:txBody>
          <a:bodyPr spcFirstLastPara="1" wrap="square" lIns="0" tIns="0" rIns="0" bIns="0" anchor="t" anchorCtr="0">
            <a:spAutoFit/>
          </a:bodyPr>
          <a:lstStyle/>
          <a:p>
            <a:pPr algn="ctr">
              <a:lnSpc>
                <a:spcPct val="120000"/>
              </a:lnSpc>
            </a:pPr>
            <a:r>
              <a:rPr lang="en-US" sz="9000">
                <a:solidFill>
                  <a:srgbClr val="FFFBED"/>
                </a:solidFill>
                <a:latin typeface="Noto Sans"/>
                <a:ea typeface="Noto Sans"/>
                <a:cs typeface="Noto Sans"/>
                <a:sym typeface="Noto Sans"/>
              </a:rPr>
              <a:t>Human Capital Theory</a:t>
            </a:r>
            <a:endParaRPr lang="en-US"/>
          </a:p>
        </p:txBody>
      </p:sp>
      <p:grpSp>
        <p:nvGrpSpPr>
          <p:cNvPr id="177" name="Google Shape;177;p13">
            <a:extLst>
              <a:ext uri="{FF2B5EF4-FFF2-40B4-BE49-F238E27FC236}">
                <a16:creationId xmlns:a16="http://schemas.microsoft.com/office/drawing/2014/main" id="{D2529C1D-BD25-0AE3-0868-1F4DF5E6B22A}"/>
              </a:ext>
            </a:extLst>
          </p:cNvPr>
          <p:cNvGrpSpPr/>
          <p:nvPr/>
        </p:nvGrpSpPr>
        <p:grpSpPr>
          <a:xfrm>
            <a:off x="1416661" y="7604728"/>
            <a:ext cx="1071339" cy="1071339"/>
            <a:chOff x="0" y="0"/>
            <a:chExt cx="812800" cy="812800"/>
          </a:xfrm>
        </p:grpSpPr>
        <p:sp>
          <p:nvSpPr>
            <p:cNvPr id="178" name="Google Shape;178;p13">
              <a:extLst>
                <a:ext uri="{FF2B5EF4-FFF2-40B4-BE49-F238E27FC236}">
                  <a16:creationId xmlns:a16="http://schemas.microsoft.com/office/drawing/2014/main" id="{1BC7EF7E-E615-E422-0757-1280F3B44AB9}"/>
                </a:ext>
              </a:extLst>
            </p:cNvPr>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2926E"/>
            </a:solidFill>
            <a:ln>
              <a:noFill/>
            </a:ln>
          </p:spPr>
          <p:txBody>
            <a:bodyPr/>
            <a:lstStyle/>
            <a:p>
              <a:endParaRPr lang="en-US"/>
            </a:p>
          </p:txBody>
        </p:sp>
        <p:sp>
          <p:nvSpPr>
            <p:cNvPr id="179" name="Google Shape;179;p13">
              <a:extLst>
                <a:ext uri="{FF2B5EF4-FFF2-40B4-BE49-F238E27FC236}">
                  <a16:creationId xmlns:a16="http://schemas.microsoft.com/office/drawing/2014/main" id="{B60EA995-564F-4100-45FD-384A4C0A720A}"/>
                </a:ext>
              </a:extLst>
            </p:cNvPr>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180" name="Google Shape;180;p13">
            <a:extLst>
              <a:ext uri="{FF2B5EF4-FFF2-40B4-BE49-F238E27FC236}">
                <a16:creationId xmlns:a16="http://schemas.microsoft.com/office/drawing/2014/main" id="{ACD2EEE1-EB50-C1CD-1284-9A43202F3B63}"/>
              </a:ext>
            </a:extLst>
          </p:cNvPr>
          <p:cNvPicPr preferRelativeResize="0"/>
          <p:nvPr/>
        </p:nvPicPr>
        <p:blipFill>
          <a:blip r:embed="rId5">
            <a:alphaModFix/>
          </a:blip>
          <a:stretch>
            <a:fillRect/>
          </a:stretch>
        </p:blipFill>
        <p:spPr>
          <a:xfrm>
            <a:off x="16857149" y="512900"/>
            <a:ext cx="1002125" cy="1008199"/>
          </a:xfrm>
          <a:prstGeom prst="rect">
            <a:avLst/>
          </a:prstGeom>
          <a:noFill/>
          <a:ln>
            <a:noFill/>
          </a:ln>
        </p:spPr>
      </p:pic>
      <p:sp>
        <p:nvSpPr>
          <p:cNvPr id="2" name="TextBox 1">
            <a:extLst>
              <a:ext uri="{FF2B5EF4-FFF2-40B4-BE49-F238E27FC236}">
                <a16:creationId xmlns:a16="http://schemas.microsoft.com/office/drawing/2014/main" id="{B3A066ED-3A92-AA13-15E1-DB3602A2FADE}"/>
              </a:ext>
            </a:extLst>
          </p:cNvPr>
          <p:cNvSpPr txBox="1"/>
          <p:nvPr/>
        </p:nvSpPr>
        <p:spPr>
          <a:xfrm>
            <a:off x="3110502" y="4914900"/>
            <a:ext cx="7405098" cy="2764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275"/>
              </a:lnSpc>
            </a:pPr>
            <a:r>
              <a:rPr lang="en-US" sz="1800">
                <a:solidFill>
                  <a:srgbClr val="FFFFFF"/>
                </a:solidFill>
                <a:latin typeface="Calibri"/>
                <a:cs typeface="Segoe UI"/>
              </a:rPr>
              <a:t>​</a:t>
            </a:r>
            <a:endParaRPr lang="en-US"/>
          </a:p>
        </p:txBody>
      </p:sp>
      <p:grpSp>
        <p:nvGrpSpPr>
          <p:cNvPr id="6" name="Google Shape;131;p12">
            <a:extLst>
              <a:ext uri="{FF2B5EF4-FFF2-40B4-BE49-F238E27FC236}">
                <a16:creationId xmlns:a16="http://schemas.microsoft.com/office/drawing/2014/main" id="{D5CC781D-0C4E-65D3-5C8A-199CB5F4C627}"/>
              </a:ext>
            </a:extLst>
          </p:cNvPr>
          <p:cNvGrpSpPr/>
          <p:nvPr/>
        </p:nvGrpSpPr>
        <p:grpSpPr>
          <a:xfrm>
            <a:off x="2329572" y="2496818"/>
            <a:ext cx="14301178" cy="7086371"/>
            <a:chOff x="0" y="-124809"/>
            <a:chExt cx="1318662" cy="1433043"/>
          </a:xfrm>
        </p:grpSpPr>
        <p:sp>
          <p:nvSpPr>
            <p:cNvPr id="4" name="Google Shape;132;p12">
              <a:extLst>
                <a:ext uri="{FF2B5EF4-FFF2-40B4-BE49-F238E27FC236}">
                  <a16:creationId xmlns:a16="http://schemas.microsoft.com/office/drawing/2014/main" id="{2F64BF50-B0B2-152D-BB2E-F83B94F07C5F}"/>
                </a:ext>
              </a:extLst>
            </p:cNvPr>
            <p:cNvSpPr/>
            <p:nvPr/>
          </p:nvSpPr>
          <p:spPr>
            <a:xfrm>
              <a:off x="0" y="0"/>
              <a:ext cx="1264019" cy="1308234"/>
            </a:xfrm>
            <a:custGeom>
              <a:avLst/>
              <a:gdLst/>
              <a:ahLst/>
              <a:cxnLst/>
              <a:rect l="l" t="t" r="r" b="b"/>
              <a:pathLst>
                <a:path w="1264019" h="1308234" extrusionOk="0">
                  <a:moveTo>
                    <a:pt x="30789" y="0"/>
                  </a:moveTo>
                  <a:lnTo>
                    <a:pt x="1233230" y="0"/>
                  </a:lnTo>
                  <a:cubicBezTo>
                    <a:pt x="1241396" y="0"/>
                    <a:pt x="1249227" y="3244"/>
                    <a:pt x="1255001" y="9018"/>
                  </a:cubicBezTo>
                  <a:cubicBezTo>
                    <a:pt x="1260776" y="14792"/>
                    <a:pt x="1264019" y="22623"/>
                    <a:pt x="1264019" y="30789"/>
                  </a:cubicBezTo>
                  <a:lnTo>
                    <a:pt x="1264019" y="1277445"/>
                  </a:lnTo>
                  <a:cubicBezTo>
                    <a:pt x="1264019" y="1285611"/>
                    <a:pt x="1260776" y="1293442"/>
                    <a:pt x="1255001" y="1299216"/>
                  </a:cubicBezTo>
                  <a:cubicBezTo>
                    <a:pt x="1249227" y="1304990"/>
                    <a:pt x="1241396" y="1308234"/>
                    <a:pt x="1233230" y="1308234"/>
                  </a:cubicBezTo>
                  <a:lnTo>
                    <a:pt x="30789" y="1308234"/>
                  </a:lnTo>
                  <a:cubicBezTo>
                    <a:pt x="22623" y="1308234"/>
                    <a:pt x="14792" y="1304990"/>
                    <a:pt x="9018" y="1299216"/>
                  </a:cubicBezTo>
                  <a:cubicBezTo>
                    <a:pt x="3244" y="1293442"/>
                    <a:pt x="0" y="1285611"/>
                    <a:pt x="0" y="1277445"/>
                  </a:cubicBezTo>
                  <a:lnTo>
                    <a:pt x="0" y="30789"/>
                  </a:lnTo>
                  <a:cubicBezTo>
                    <a:pt x="0" y="22623"/>
                    <a:pt x="3244" y="14792"/>
                    <a:pt x="9018" y="9018"/>
                  </a:cubicBezTo>
                  <a:cubicBezTo>
                    <a:pt x="14792" y="3244"/>
                    <a:pt x="22623" y="0"/>
                    <a:pt x="30789" y="0"/>
                  </a:cubicBezTo>
                  <a:close/>
                </a:path>
              </a:pathLst>
            </a:custGeom>
            <a:solidFill>
              <a:srgbClr val="FFF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33;p12">
              <a:extLst>
                <a:ext uri="{FF2B5EF4-FFF2-40B4-BE49-F238E27FC236}">
                  <a16:creationId xmlns:a16="http://schemas.microsoft.com/office/drawing/2014/main" id="{38B98C8C-0F8E-F7ED-B40A-EEA7B6132103}"/>
                </a:ext>
              </a:extLst>
            </p:cNvPr>
            <p:cNvSpPr txBox="1"/>
            <p:nvPr/>
          </p:nvSpPr>
          <p:spPr>
            <a:xfrm>
              <a:off x="0" y="-124809"/>
              <a:ext cx="1318662" cy="143304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7" name="TextBox 6">
            <a:extLst>
              <a:ext uri="{FF2B5EF4-FFF2-40B4-BE49-F238E27FC236}">
                <a16:creationId xmlns:a16="http://schemas.microsoft.com/office/drawing/2014/main" id="{717B6FED-E85E-0373-341B-D6EAA3ED5FCA}"/>
              </a:ext>
            </a:extLst>
          </p:cNvPr>
          <p:cNvSpPr txBox="1"/>
          <p:nvPr/>
        </p:nvSpPr>
        <p:spPr>
          <a:xfrm>
            <a:off x="2515209" y="3261310"/>
            <a:ext cx="13391125" cy="62016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700" b="1" dirty="0">
                <a:solidFill>
                  <a:schemeClr val="tx1"/>
                </a:solidFill>
                <a:ea typeface="Calibri"/>
                <a:cs typeface="Calibri"/>
              </a:rPr>
              <a:t>General Human Capital:</a:t>
            </a:r>
            <a:endParaRPr lang="en-US" sz="2700" dirty="0">
              <a:solidFill>
                <a:schemeClr val="tx1"/>
              </a:solidFill>
              <a:ea typeface="Calibri"/>
              <a:cs typeface="Calibri"/>
            </a:endParaRPr>
          </a:p>
          <a:p>
            <a:pPr marL="742950" lvl="1" indent="-457200">
              <a:spcAft>
                <a:spcPts val="2000"/>
              </a:spcAft>
              <a:buChar char="•"/>
            </a:pPr>
            <a:r>
              <a:rPr lang="en-US" sz="2700" dirty="0">
                <a:solidFill>
                  <a:schemeClr val="tx1"/>
                </a:solidFill>
                <a:ea typeface="Calibri"/>
                <a:cs typeface="Calibri"/>
              </a:rPr>
              <a:t>More years of schooling = higher survival chances (improves decision-making, access to resources)</a:t>
            </a:r>
          </a:p>
          <a:p>
            <a:pPr marL="742950" lvl="1" indent="-457200">
              <a:spcAft>
                <a:spcPts val="2000"/>
              </a:spcAft>
              <a:buChar char="•"/>
            </a:pPr>
            <a:r>
              <a:rPr lang="en-US" sz="2700" dirty="0">
                <a:solidFill>
                  <a:schemeClr val="tx1"/>
                </a:solidFill>
                <a:ea typeface="Calibri"/>
                <a:cs typeface="Calibri"/>
              </a:rPr>
              <a:t>More work experience = greater knowledge and skill application</a:t>
            </a:r>
            <a:endParaRPr lang="en-US" sz="2700">
              <a:solidFill>
                <a:schemeClr val="tx1"/>
              </a:solidFill>
            </a:endParaRPr>
          </a:p>
          <a:p>
            <a:pPr marL="285750" lvl="1">
              <a:spcAft>
                <a:spcPts val="2000"/>
              </a:spcAft>
            </a:pPr>
            <a:endParaRPr lang="en-US" sz="2700" dirty="0">
              <a:solidFill>
                <a:schemeClr val="tx1"/>
              </a:solidFill>
              <a:ea typeface="Calibri"/>
              <a:cs typeface="Calibri"/>
            </a:endParaRPr>
          </a:p>
          <a:p>
            <a:r>
              <a:rPr lang="en-US" sz="2700" b="1" dirty="0">
                <a:solidFill>
                  <a:schemeClr val="tx1"/>
                </a:solidFill>
                <a:ea typeface="Calibri"/>
                <a:cs typeface="Calibri"/>
              </a:rPr>
              <a:t>Specific Human Capital:</a:t>
            </a:r>
            <a:endParaRPr lang="en-US" sz="2700" dirty="0">
              <a:solidFill>
                <a:schemeClr val="tx1"/>
              </a:solidFill>
              <a:ea typeface="Calibri"/>
              <a:cs typeface="Calibri"/>
            </a:endParaRPr>
          </a:p>
          <a:p>
            <a:pPr marL="742950" lvl="1" indent="-457200">
              <a:spcAft>
                <a:spcPts val="2000"/>
              </a:spcAft>
              <a:buChar char="•"/>
            </a:pPr>
            <a:r>
              <a:rPr lang="en-US" sz="2700" b="1" dirty="0">
                <a:solidFill>
                  <a:schemeClr val="tx1"/>
                </a:solidFill>
                <a:ea typeface="Calibri"/>
                <a:cs typeface="Calibri"/>
              </a:rPr>
              <a:t>Industry-specific experience</a:t>
            </a:r>
            <a:r>
              <a:rPr lang="en-US" sz="2700" dirty="0">
                <a:solidFill>
                  <a:schemeClr val="tx1"/>
                </a:solidFill>
                <a:ea typeface="Calibri"/>
                <a:cs typeface="Calibri"/>
              </a:rPr>
              <a:t>: Helps navigate market, avoid pitfalls</a:t>
            </a:r>
          </a:p>
          <a:p>
            <a:pPr marL="742950" lvl="1" indent="-457200">
              <a:spcAft>
                <a:spcPts val="2000"/>
              </a:spcAft>
              <a:buChar char="•"/>
            </a:pPr>
            <a:r>
              <a:rPr lang="en-US" sz="2700" b="1" dirty="0">
                <a:solidFill>
                  <a:schemeClr val="tx1"/>
                </a:solidFill>
                <a:ea typeface="Calibri"/>
                <a:cs typeface="Calibri"/>
              </a:rPr>
              <a:t>Prior self-employment</a:t>
            </a:r>
            <a:r>
              <a:rPr lang="en-US" sz="2700" dirty="0">
                <a:solidFill>
                  <a:schemeClr val="tx1"/>
                </a:solidFill>
                <a:ea typeface="Calibri"/>
                <a:cs typeface="Calibri"/>
              </a:rPr>
              <a:t>: Mixed results—may help or reflect failed past attempts</a:t>
            </a:r>
          </a:p>
          <a:p>
            <a:pPr marL="742950" lvl="1" indent="-457200">
              <a:spcAft>
                <a:spcPts val="2000"/>
              </a:spcAft>
              <a:buChar char="•"/>
            </a:pPr>
            <a:r>
              <a:rPr lang="en-US" sz="2700" b="1" dirty="0">
                <a:solidFill>
                  <a:schemeClr val="tx1"/>
                </a:solidFill>
                <a:ea typeface="Calibri"/>
                <a:cs typeface="Calibri"/>
              </a:rPr>
              <a:t>Leadership experience</a:t>
            </a:r>
            <a:r>
              <a:rPr lang="en-US" sz="2700" dirty="0">
                <a:solidFill>
                  <a:schemeClr val="tx1"/>
                </a:solidFill>
                <a:ea typeface="Calibri"/>
                <a:cs typeface="Calibri"/>
              </a:rPr>
              <a:t>: Important when managing employees</a:t>
            </a:r>
          </a:p>
          <a:p>
            <a:pPr marL="742950" lvl="1" indent="-457200">
              <a:spcAft>
                <a:spcPts val="2000"/>
              </a:spcAft>
              <a:buChar char="•"/>
            </a:pPr>
            <a:r>
              <a:rPr lang="en-US" sz="2700" b="1" dirty="0">
                <a:solidFill>
                  <a:schemeClr val="tx1"/>
                </a:solidFill>
                <a:ea typeface="Calibri"/>
                <a:cs typeface="Calibri"/>
              </a:rPr>
              <a:t>Self-employed father</a:t>
            </a:r>
            <a:r>
              <a:rPr lang="en-US" sz="2700" dirty="0">
                <a:solidFill>
                  <a:schemeClr val="tx1"/>
                </a:solidFill>
                <a:ea typeface="Calibri"/>
                <a:cs typeface="Calibri"/>
              </a:rPr>
              <a:t>: Early exposure to entrepreneurship, serves as a role model</a:t>
            </a:r>
          </a:p>
        </p:txBody>
      </p:sp>
    </p:spTree>
    <p:extLst>
      <p:ext uri="{BB962C8B-B14F-4D97-AF65-F5344CB8AC3E}">
        <p14:creationId xmlns:p14="http://schemas.microsoft.com/office/powerpoint/2010/main" val="3148671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5B6B5F"/>
        </a:solidFill>
        <a:effectLst/>
      </p:bgPr>
    </p:bg>
    <p:spTree>
      <p:nvGrpSpPr>
        <p:cNvPr id="1" name="Shape 168">
          <a:extLst>
            <a:ext uri="{FF2B5EF4-FFF2-40B4-BE49-F238E27FC236}">
              <a16:creationId xmlns:a16="http://schemas.microsoft.com/office/drawing/2014/main" id="{21277C72-ACCD-4D92-3B44-0839F38AA56B}"/>
            </a:ext>
          </a:extLst>
        </p:cNvPr>
        <p:cNvGrpSpPr/>
        <p:nvPr/>
      </p:nvGrpSpPr>
      <p:grpSpPr>
        <a:xfrm>
          <a:off x="0" y="0"/>
          <a:ext cx="0" cy="0"/>
          <a:chOff x="0" y="0"/>
          <a:chExt cx="0" cy="0"/>
        </a:xfrm>
      </p:grpSpPr>
      <p:pic>
        <p:nvPicPr>
          <p:cNvPr id="169" name="Google Shape;169;p13">
            <a:extLst>
              <a:ext uri="{FF2B5EF4-FFF2-40B4-BE49-F238E27FC236}">
                <a16:creationId xmlns:a16="http://schemas.microsoft.com/office/drawing/2014/main" id="{1C3D43DA-449E-6979-E501-F065F4811168}"/>
              </a:ext>
            </a:extLst>
          </p:cNvPr>
          <p:cNvPicPr preferRelativeResize="0"/>
          <p:nvPr/>
        </p:nvPicPr>
        <p:blipFill>
          <a:blip r:embed="rId3">
            <a:alphaModFix/>
          </a:blip>
          <a:stretch>
            <a:fillRect/>
          </a:stretch>
        </p:blipFill>
        <p:spPr>
          <a:xfrm>
            <a:off x="16087625" y="5992285"/>
            <a:ext cx="1865950" cy="2592314"/>
          </a:xfrm>
          <a:prstGeom prst="rect">
            <a:avLst/>
          </a:prstGeom>
          <a:noFill/>
          <a:ln>
            <a:noFill/>
          </a:ln>
        </p:spPr>
      </p:pic>
      <p:pic>
        <p:nvPicPr>
          <p:cNvPr id="170" name="Google Shape;170;p13">
            <a:extLst>
              <a:ext uri="{FF2B5EF4-FFF2-40B4-BE49-F238E27FC236}">
                <a16:creationId xmlns:a16="http://schemas.microsoft.com/office/drawing/2014/main" id="{96EB36FF-A2C0-50CE-42D5-FF489BB9B2C7}"/>
              </a:ext>
            </a:extLst>
          </p:cNvPr>
          <p:cNvPicPr preferRelativeResize="0"/>
          <p:nvPr/>
        </p:nvPicPr>
        <p:blipFill>
          <a:blip r:embed="rId4">
            <a:alphaModFix/>
          </a:blip>
          <a:stretch>
            <a:fillRect/>
          </a:stretch>
        </p:blipFill>
        <p:spPr>
          <a:xfrm>
            <a:off x="538029" y="3626600"/>
            <a:ext cx="1785608" cy="1714500"/>
          </a:xfrm>
          <a:prstGeom prst="rect">
            <a:avLst/>
          </a:prstGeom>
          <a:noFill/>
          <a:ln>
            <a:noFill/>
          </a:ln>
        </p:spPr>
      </p:pic>
      <p:grpSp>
        <p:nvGrpSpPr>
          <p:cNvPr id="172" name="Google Shape;172;p13">
            <a:extLst>
              <a:ext uri="{FF2B5EF4-FFF2-40B4-BE49-F238E27FC236}">
                <a16:creationId xmlns:a16="http://schemas.microsoft.com/office/drawing/2014/main" id="{A5BD369A-6732-78C6-45B5-2EA729307CCE}"/>
              </a:ext>
            </a:extLst>
          </p:cNvPr>
          <p:cNvGrpSpPr/>
          <p:nvPr/>
        </p:nvGrpSpPr>
        <p:grpSpPr>
          <a:xfrm>
            <a:off x="-891803" y="8924610"/>
            <a:ext cx="2322641" cy="2322641"/>
            <a:chOff x="0" y="0"/>
            <a:chExt cx="812800" cy="812800"/>
          </a:xfrm>
        </p:grpSpPr>
        <p:sp>
          <p:nvSpPr>
            <p:cNvPr id="173" name="Google Shape;173;p13">
              <a:extLst>
                <a:ext uri="{FF2B5EF4-FFF2-40B4-BE49-F238E27FC236}">
                  <a16:creationId xmlns:a16="http://schemas.microsoft.com/office/drawing/2014/main" id="{58440B34-C34B-B004-87A2-805ECB76FC19}"/>
                </a:ext>
              </a:extLst>
            </p:cNvPr>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txBody>
            <a:bodyPr/>
            <a:lstStyle/>
            <a:p>
              <a:endParaRPr lang="en-US"/>
            </a:p>
          </p:txBody>
        </p:sp>
        <p:sp>
          <p:nvSpPr>
            <p:cNvPr id="174" name="Google Shape;174;p13">
              <a:extLst>
                <a:ext uri="{FF2B5EF4-FFF2-40B4-BE49-F238E27FC236}">
                  <a16:creationId xmlns:a16="http://schemas.microsoft.com/office/drawing/2014/main" id="{FC4D8FDC-2F98-0150-E359-479FAB9FBDC6}"/>
                </a:ext>
              </a:extLst>
            </p:cNvPr>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75" name="Google Shape;175;p13">
            <a:extLst>
              <a:ext uri="{FF2B5EF4-FFF2-40B4-BE49-F238E27FC236}">
                <a16:creationId xmlns:a16="http://schemas.microsoft.com/office/drawing/2014/main" id="{C39BE65D-FDEB-DA43-302C-49D4711F9682}"/>
              </a:ext>
            </a:extLst>
          </p:cNvPr>
          <p:cNvSpPr txBox="1"/>
          <p:nvPr/>
        </p:nvSpPr>
        <p:spPr>
          <a:xfrm>
            <a:off x="1430838" y="1028700"/>
            <a:ext cx="15426324" cy="1477328"/>
          </a:xfrm>
          <a:prstGeom prst="rect">
            <a:avLst/>
          </a:prstGeom>
          <a:noFill/>
          <a:ln>
            <a:noFill/>
          </a:ln>
        </p:spPr>
        <p:txBody>
          <a:bodyPr spcFirstLastPara="1" wrap="square" lIns="0" tIns="0" rIns="0" bIns="0" anchor="t" anchorCtr="0">
            <a:spAutoFit/>
          </a:bodyPr>
          <a:lstStyle/>
          <a:p>
            <a:pPr algn="ctr">
              <a:lnSpc>
                <a:spcPct val="120000"/>
              </a:lnSpc>
            </a:pPr>
            <a:r>
              <a:rPr lang="en-US" sz="8000">
                <a:solidFill>
                  <a:srgbClr val="FFFBED"/>
                </a:solidFill>
                <a:latin typeface="Noto Sans"/>
                <a:ea typeface="Noto Sans"/>
                <a:cs typeface="Noto Sans"/>
                <a:sym typeface="Noto Sans"/>
              </a:rPr>
              <a:t>Organizational Ecology</a:t>
            </a:r>
            <a:endParaRPr lang="en-US" sz="8000"/>
          </a:p>
        </p:txBody>
      </p:sp>
      <p:grpSp>
        <p:nvGrpSpPr>
          <p:cNvPr id="177" name="Google Shape;177;p13">
            <a:extLst>
              <a:ext uri="{FF2B5EF4-FFF2-40B4-BE49-F238E27FC236}">
                <a16:creationId xmlns:a16="http://schemas.microsoft.com/office/drawing/2014/main" id="{69043662-C307-EBD8-90D9-E3CFE502AB24}"/>
              </a:ext>
            </a:extLst>
          </p:cNvPr>
          <p:cNvGrpSpPr/>
          <p:nvPr/>
        </p:nvGrpSpPr>
        <p:grpSpPr>
          <a:xfrm>
            <a:off x="1416661" y="7604728"/>
            <a:ext cx="1071339" cy="1071339"/>
            <a:chOff x="0" y="0"/>
            <a:chExt cx="812800" cy="812800"/>
          </a:xfrm>
        </p:grpSpPr>
        <p:sp>
          <p:nvSpPr>
            <p:cNvPr id="178" name="Google Shape;178;p13">
              <a:extLst>
                <a:ext uri="{FF2B5EF4-FFF2-40B4-BE49-F238E27FC236}">
                  <a16:creationId xmlns:a16="http://schemas.microsoft.com/office/drawing/2014/main" id="{E5784DA3-E7F6-B81D-1273-44ED74DAB0A8}"/>
                </a:ext>
              </a:extLst>
            </p:cNvPr>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2926E"/>
            </a:solidFill>
            <a:ln>
              <a:noFill/>
            </a:ln>
          </p:spPr>
          <p:txBody>
            <a:bodyPr/>
            <a:lstStyle/>
            <a:p>
              <a:endParaRPr lang="en-US"/>
            </a:p>
          </p:txBody>
        </p:sp>
        <p:sp>
          <p:nvSpPr>
            <p:cNvPr id="179" name="Google Shape;179;p13">
              <a:extLst>
                <a:ext uri="{FF2B5EF4-FFF2-40B4-BE49-F238E27FC236}">
                  <a16:creationId xmlns:a16="http://schemas.microsoft.com/office/drawing/2014/main" id="{B928265A-2EBD-F680-E201-05E4B20856C5}"/>
                </a:ext>
              </a:extLst>
            </p:cNvPr>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180" name="Google Shape;180;p13">
            <a:extLst>
              <a:ext uri="{FF2B5EF4-FFF2-40B4-BE49-F238E27FC236}">
                <a16:creationId xmlns:a16="http://schemas.microsoft.com/office/drawing/2014/main" id="{11DA7868-D0EA-B46B-8E58-00C2756EDE65}"/>
              </a:ext>
            </a:extLst>
          </p:cNvPr>
          <p:cNvPicPr preferRelativeResize="0"/>
          <p:nvPr/>
        </p:nvPicPr>
        <p:blipFill>
          <a:blip r:embed="rId5">
            <a:alphaModFix/>
          </a:blip>
          <a:stretch>
            <a:fillRect/>
          </a:stretch>
        </p:blipFill>
        <p:spPr>
          <a:xfrm>
            <a:off x="16857149" y="512900"/>
            <a:ext cx="1002125" cy="1008199"/>
          </a:xfrm>
          <a:prstGeom prst="rect">
            <a:avLst/>
          </a:prstGeom>
          <a:noFill/>
          <a:ln>
            <a:noFill/>
          </a:ln>
        </p:spPr>
      </p:pic>
      <p:sp>
        <p:nvSpPr>
          <p:cNvPr id="2" name="TextBox 1">
            <a:extLst>
              <a:ext uri="{FF2B5EF4-FFF2-40B4-BE49-F238E27FC236}">
                <a16:creationId xmlns:a16="http://schemas.microsoft.com/office/drawing/2014/main" id="{BD18E1CC-C7CD-3A5E-27AE-5755D8F287F1}"/>
              </a:ext>
            </a:extLst>
          </p:cNvPr>
          <p:cNvSpPr txBox="1"/>
          <p:nvPr/>
        </p:nvSpPr>
        <p:spPr>
          <a:xfrm>
            <a:off x="3110502" y="4914900"/>
            <a:ext cx="7405098" cy="2764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275"/>
              </a:lnSpc>
            </a:pPr>
            <a:r>
              <a:rPr lang="en-US" sz="1800">
                <a:solidFill>
                  <a:srgbClr val="FFFFFF"/>
                </a:solidFill>
                <a:latin typeface="Calibri"/>
                <a:cs typeface="Segoe UI"/>
              </a:rPr>
              <a:t>​</a:t>
            </a:r>
            <a:endParaRPr lang="en-US"/>
          </a:p>
        </p:txBody>
      </p:sp>
      <p:grpSp>
        <p:nvGrpSpPr>
          <p:cNvPr id="6" name="Google Shape;131;p12">
            <a:extLst>
              <a:ext uri="{FF2B5EF4-FFF2-40B4-BE49-F238E27FC236}">
                <a16:creationId xmlns:a16="http://schemas.microsoft.com/office/drawing/2014/main" id="{96A5EF84-6DC6-9D2E-1326-962881897E50}"/>
              </a:ext>
            </a:extLst>
          </p:cNvPr>
          <p:cNvGrpSpPr/>
          <p:nvPr/>
        </p:nvGrpSpPr>
        <p:grpSpPr>
          <a:xfrm>
            <a:off x="2776971" y="2285655"/>
            <a:ext cx="13397323" cy="7003470"/>
            <a:chOff x="0" y="-124809"/>
            <a:chExt cx="1318662" cy="1433043"/>
          </a:xfrm>
        </p:grpSpPr>
        <p:sp>
          <p:nvSpPr>
            <p:cNvPr id="4" name="Google Shape;132;p12">
              <a:extLst>
                <a:ext uri="{FF2B5EF4-FFF2-40B4-BE49-F238E27FC236}">
                  <a16:creationId xmlns:a16="http://schemas.microsoft.com/office/drawing/2014/main" id="{18B2D8DD-D1AD-3F43-AEEF-0CF1A4EF7F2C}"/>
                </a:ext>
              </a:extLst>
            </p:cNvPr>
            <p:cNvSpPr/>
            <p:nvPr/>
          </p:nvSpPr>
          <p:spPr>
            <a:xfrm>
              <a:off x="0" y="0"/>
              <a:ext cx="1264019" cy="1308234"/>
            </a:xfrm>
            <a:custGeom>
              <a:avLst/>
              <a:gdLst/>
              <a:ahLst/>
              <a:cxnLst/>
              <a:rect l="l" t="t" r="r" b="b"/>
              <a:pathLst>
                <a:path w="1264019" h="1308234" extrusionOk="0">
                  <a:moveTo>
                    <a:pt x="30789" y="0"/>
                  </a:moveTo>
                  <a:lnTo>
                    <a:pt x="1233230" y="0"/>
                  </a:lnTo>
                  <a:cubicBezTo>
                    <a:pt x="1241396" y="0"/>
                    <a:pt x="1249227" y="3244"/>
                    <a:pt x="1255001" y="9018"/>
                  </a:cubicBezTo>
                  <a:cubicBezTo>
                    <a:pt x="1260776" y="14792"/>
                    <a:pt x="1264019" y="22623"/>
                    <a:pt x="1264019" y="30789"/>
                  </a:cubicBezTo>
                  <a:lnTo>
                    <a:pt x="1264019" y="1277445"/>
                  </a:lnTo>
                  <a:cubicBezTo>
                    <a:pt x="1264019" y="1285611"/>
                    <a:pt x="1260776" y="1293442"/>
                    <a:pt x="1255001" y="1299216"/>
                  </a:cubicBezTo>
                  <a:cubicBezTo>
                    <a:pt x="1249227" y="1304990"/>
                    <a:pt x="1241396" y="1308234"/>
                    <a:pt x="1233230" y="1308234"/>
                  </a:cubicBezTo>
                  <a:lnTo>
                    <a:pt x="30789" y="1308234"/>
                  </a:lnTo>
                  <a:cubicBezTo>
                    <a:pt x="22623" y="1308234"/>
                    <a:pt x="14792" y="1304990"/>
                    <a:pt x="9018" y="1299216"/>
                  </a:cubicBezTo>
                  <a:cubicBezTo>
                    <a:pt x="3244" y="1293442"/>
                    <a:pt x="0" y="1285611"/>
                    <a:pt x="0" y="1277445"/>
                  </a:cubicBezTo>
                  <a:lnTo>
                    <a:pt x="0" y="30789"/>
                  </a:lnTo>
                  <a:cubicBezTo>
                    <a:pt x="0" y="22623"/>
                    <a:pt x="3244" y="14792"/>
                    <a:pt x="9018" y="9018"/>
                  </a:cubicBezTo>
                  <a:cubicBezTo>
                    <a:pt x="14792" y="3244"/>
                    <a:pt x="22623" y="0"/>
                    <a:pt x="30789" y="0"/>
                  </a:cubicBezTo>
                  <a:close/>
                </a:path>
              </a:pathLst>
            </a:custGeom>
            <a:solidFill>
              <a:srgbClr val="FFFBED"/>
            </a:solidFill>
            <a:ln>
              <a:noFill/>
            </a:ln>
          </p:spPr>
          <p:txBody>
            <a:bodyPr spcFirstLastPara="1" wrap="square" lIns="91425" tIns="91425" rIns="91425" bIns="91425" anchor="ctr" anchorCtr="0">
              <a:noAutofit/>
            </a:bodyPr>
            <a:lstStyle/>
            <a:p>
              <a:pPr marL="0" lvl="0" indent="0" algn="l" rtl="0">
                <a:lnSpc>
                  <a:spcPct val="0"/>
                </a:lnSpc>
                <a:spcBef>
                  <a:spcPts val="0"/>
                </a:spcBef>
                <a:spcAft>
                  <a:spcPts val="2000"/>
                </a:spcAft>
                <a:buNone/>
              </a:pPr>
              <a:endParaRPr lang="en-US"/>
            </a:p>
          </p:txBody>
        </p:sp>
        <p:sp>
          <p:nvSpPr>
            <p:cNvPr id="5" name="Google Shape;133;p12">
              <a:extLst>
                <a:ext uri="{FF2B5EF4-FFF2-40B4-BE49-F238E27FC236}">
                  <a16:creationId xmlns:a16="http://schemas.microsoft.com/office/drawing/2014/main" id="{25AC4EF3-331E-2266-7388-1DC2B66EB169}"/>
                </a:ext>
              </a:extLst>
            </p:cNvPr>
            <p:cNvSpPr txBox="1"/>
            <p:nvPr/>
          </p:nvSpPr>
          <p:spPr>
            <a:xfrm>
              <a:off x="0" y="-124809"/>
              <a:ext cx="1318662" cy="1433043"/>
            </a:xfrm>
            <a:prstGeom prst="rect">
              <a:avLst/>
            </a:prstGeom>
            <a:noFill/>
            <a:ln>
              <a:noFill/>
            </a:ln>
          </p:spPr>
          <p:txBody>
            <a:bodyPr spcFirstLastPara="1" wrap="square" lIns="50800" tIns="50800" rIns="50800" bIns="50800" anchor="ctr" anchorCtr="0">
              <a:noAutofit/>
            </a:bodyPr>
            <a:lstStyle/>
            <a:p>
              <a:pPr marL="0" marR="0" lvl="0" indent="0" algn="ctr" rtl="0">
                <a:lnSpc>
                  <a:spcPct val="0"/>
                </a:lnSpc>
                <a:spcBef>
                  <a:spcPts val="0"/>
                </a:spcBef>
                <a:spcAft>
                  <a:spcPts val="2000"/>
                </a:spcAft>
                <a:buNone/>
              </a:pPr>
              <a:endParaRPr lang="en-US" sz="1800" b="0" i="0" u="none" strike="noStrike" cap="none">
                <a:solidFill>
                  <a:schemeClr val="dk1"/>
                </a:solidFill>
                <a:latin typeface="Calibri"/>
                <a:ea typeface="Calibri"/>
                <a:cs typeface="Calibri"/>
              </a:endParaRPr>
            </a:p>
          </p:txBody>
        </p:sp>
      </p:grpSp>
      <p:sp>
        <p:nvSpPr>
          <p:cNvPr id="8" name="TextBox 7">
            <a:extLst>
              <a:ext uri="{FF2B5EF4-FFF2-40B4-BE49-F238E27FC236}">
                <a16:creationId xmlns:a16="http://schemas.microsoft.com/office/drawing/2014/main" id="{DC2BD0F0-66C8-71AE-2C46-B29291686982}"/>
              </a:ext>
            </a:extLst>
          </p:cNvPr>
          <p:cNvSpPr txBox="1"/>
          <p:nvPr/>
        </p:nvSpPr>
        <p:spPr>
          <a:xfrm>
            <a:off x="3269714" y="3205783"/>
            <a:ext cx="12118367" cy="60631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spcAft>
                <a:spcPts val="2000"/>
              </a:spcAft>
              <a:buChar char="•"/>
            </a:pPr>
            <a:r>
              <a:rPr lang="en-US" sz="3200" b="1" dirty="0">
                <a:ea typeface="Calibri"/>
                <a:cs typeface="Calibri"/>
              </a:rPr>
              <a:t>Liability of Newness:</a:t>
            </a:r>
            <a:r>
              <a:rPr lang="en-US" sz="3200" dirty="0">
                <a:ea typeface="Calibri"/>
                <a:cs typeface="Calibri"/>
              </a:rPr>
              <a:t> Young firms lack routines, legitimacy</a:t>
            </a:r>
            <a:endParaRPr lang="en-US" dirty="0">
              <a:ea typeface="Calibri"/>
              <a:cs typeface="Calibri"/>
            </a:endParaRPr>
          </a:p>
          <a:p>
            <a:pPr marL="457200" indent="-457200">
              <a:spcAft>
                <a:spcPts val="2000"/>
              </a:spcAft>
              <a:buChar char="•"/>
            </a:pPr>
            <a:r>
              <a:rPr lang="en-US" sz="3200" b="1" dirty="0">
                <a:ea typeface="Calibri"/>
                <a:cs typeface="Calibri"/>
              </a:rPr>
              <a:t>Liability of Smallness:</a:t>
            </a:r>
            <a:r>
              <a:rPr lang="en-US" sz="3200" dirty="0">
                <a:ea typeface="Calibri"/>
                <a:cs typeface="Calibri"/>
              </a:rPr>
              <a:t> Limited resources = higher vulnerability</a:t>
            </a:r>
          </a:p>
          <a:p>
            <a:pPr marL="457200" indent="-457200">
              <a:spcAft>
                <a:spcPts val="2000"/>
              </a:spcAft>
              <a:buChar char="•"/>
            </a:pPr>
            <a:r>
              <a:rPr lang="en-US" sz="3200" b="1" dirty="0">
                <a:ea typeface="Calibri"/>
                <a:cs typeface="Calibri"/>
              </a:rPr>
              <a:t>Strategy types:</a:t>
            </a:r>
            <a:endParaRPr lang="en-US" dirty="0">
              <a:ea typeface="Calibri"/>
              <a:cs typeface="Calibri"/>
            </a:endParaRPr>
          </a:p>
          <a:p>
            <a:pPr marL="1371600" lvl="2" indent="-457200">
              <a:spcAft>
                <a:spcPts val="2000"/>
              </a:spcAft>
              <a:buFont typeface="Wingdings"/>
              <a:buChar char="§"/>
            </a:pPr>
            <a:r>
              <a:rPr lang="en-US" sz="3200" dirty="0">
                <a:ea typeface="Calibri"/>
                <a:cs typeface="Calibri"/>
              </a:rPr>
              <a:t>Generalists (broad markets) vs Specialists (focused niches)</a:t>
            </a:r>
            <a:endParaRPr lang="en-US" dirty="0">
              <a:ea typeface="Calibri"/>
              <a:cs typeface="Calibri"/>
            </a:endParaRPr>
          </a:p>
          <a:p>
            <a:pPr marL="1371600" lvl="2" indent="-457200">
              <a:spcAft>
                <a:spcPts val="2000"/>
              </a:spcAft>
              <a:buFont typeface="Wingdings"/>
              <a:buChar char="§"/>
            </a:pPr>
            <a:r>
              <a:rPr lang="en-US" sz="3200" dirty="0">
                <a:ea typeface="Calibri"/>
                <a:cs typeface="Calibri"/>
              </a:rPr>
              <a:t>Innovators (new products) vs Imitators (existing markets)</a:t>
            </a:r>
            <a:endParaRPr lang="en-US" dirty="0">
              <a:ea typeface="Calibri"/>
              <a:cs typeface="Calibri"/>
            </a:endParaRPr>
          </a:p>
          <a:p>
            <a:pPr marL="1371600" lvl="2" indent="-457200">
              <a:spcAft>
                <a:spcPts val="2000"/>
              </a:spcAft>
              <a:buFont typeface="Wingdings"/>
              <a:buChar char="§"/>
            </a:pPr>
            <a:r>
              <a:rPr lang="en-US" sz="3200" dirty="0">
                <a:ea typeface="Calibri"/>
                <a:cs typeface="Calibri"/>
              </a:rPr>
              <a:t>Local vs National market reach</a:t>
            </a:r>
            <a:endParaRPr lang="en-US" dirty="0">
              <a:ea typeface="Calibri"/>
              <a:cs typeface="Calibri"/>
            </a:endParaRPr>
          </a:p>
          <a:p>
            <a:pPr marL="457200" indent="-457200">
              <a:spcAft>
                <a:spcPts val="2000"/>
              </a:spcAft>
              <a:buFont typeface="Arial"/>
              <a:buChar char="•"/>
            </a:pPr>
            <a:r>
              <a:rPr lang="en-US" sz="3200" b="1" dirty="0">
                <a:ea typeface="Calibri"/>
                <a:cs typeface="Calibri"/>
              </a:rPr>
              <a:t>Environmental Factors:</a:t>
            </a:r>
            <a:r>
              <a:rPr lang="en-US" sz="3200" dirty="0">
                <a:ea typeface="Calibri"/>
                <a:cs typeface="Calibri"/>
              </a:rPr>
              <a:t> Urban vs rural, competitive intensity, industry type</a:t>
            </a:r>
          </a:p>
        </p:txBody>
      </p:sp>
    </p:spTree>
    <p:extLst>
      <p:ext uri="{BB962C8B-B14F-4D97-AF65-F5344CB8AC3E}">
        <p14:creationId xmlns:p14="http://schemas.microsoft.com/office/powerpoint/2010/main" val="2888859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7142263-22BC-8D2F-AADE-6128D9A3EC1F}"/>
              </a:ext>
            </a:extLst>
          </p:cNvPr>
          <p:cNvSpPr>
            <a:spLocks noGrp="1"/>
          </p:cNvSpPr>
          <p:nvPr>
            <p:ph type="title"/>
          </p:nvPr>
        </p:nvSpPr>
        <p:spPr/>
        <p:txBody>
          <a:bodyPr>
            <a:normAutofit fontScale="90000"/>
          </a:bodyPr>
          <a:lstStyle/>
          <a:p>
            <a:r>
              <a:rPr lang="en-US"/>
              <a:t>Data and Methodology</a:t>
            </a:r>
          </a:p>
        </p:txBody>
      </p:sp>
      <p:grpSp>
        <p:nvGrpSpPr>
          <p:cNvPr id="7" name="Google Shape;131;p12">
            <a:extLst>
              <a:ext uri="{FF2B5EF4-FFF2-40B4-BE49-F238E27FC236}">
                <a16:creationId xmlns:a16="http://schemas.microsoft.com/office/drawing/2014/main" id="{A073F3DD-762D-1F22-B56E-36A8A5019335}"/>
              </a:ext>
            </a:extLst>
          </p:cNvPr>
          <p:cNvGrpSpPr/>
          <p:nvPr/>
        </p:nvGrpSpPr>
        <p:grpSpPr>
          <a:xfrm>
            <a:off x="2977073" y="2265169"/>
            <a:ext cx="12901316" cy="6088142"/>
            <a:chOff x="0" y="-124809"/>
            <a:chExt cx="1389235" cy="1433043"/>
          </a:xfrm>
        </p:grpSpPr>
        <p:sp>
          <p:nvSpPr>
            <p:cNvPr id="5" name="Google Shape;132;p12">
              <a:extLst>
                <a:ext uri="{FF2B5EF4-FFF2-40B4-BE49-F238E27FC236}">
                  <a16:creationId xmlns:a16="http://schemas.microsoft.com/office/drawing/2014/main" id="{42DFA816-E4F0-3470-028E-23906BD79C55}"/>
                </a:ext>
              </a:extLst>
            </p:cNvPr>
            <p:cNvSpPr/>
            <p:nvPr/>
          </p:nvSpPr>
          <p:spPr>
            <a:xfrm>
              <a:off x="0" y="-5215"/>
              <a:ext cx="1350879" cy="1313449"/>
            </a:xfrm>
            <a:custGeom>
              <a:avLst/>
              <a:gdLst/>
              <a:ahLst/>
              <a:cxnLst/>
              <a:rect l="l" t="t" r="r" b="b"/>
              <a:pathLst>
                <a:path w="1264019" h="1308234" extrusionOk="0">
                  <a:moveTo>
                    <a:pt x="30789" y="0"/>
                  </a:moveTo>
                  <a:lnTo>
                    <a:pt x="1233230" y="0"/>
                  </a:lnTo>
                  <a:cubicBezTo>
                    <a:pt x="1241396" y="0"/>
                    <a:pt x="1249227" y="3244"/>
                    <a:pt x="1255001" y="9018"/>
                  </a:cubicBezTo>
                  <a:cubicBezTo>
                    <a:pt x="1260776" y="14792"/>
                    <a:pt x="1264019" y="22623"/>
                    <a:pt x="1264019" y="30789"/>
                  </a:cubicBezTo>
                  <a:lnTo>
                    <a:pt x="1264019" y="1277445"/>
                  </a:lnTo>
                  <a:cubicBezTo>
                    <a:pt x="1264019" y="1285611"/>
                    <a:pt x="1260776" y="1293442"/>
                    <a:pt x="1255001" y="1299216"/>
                  </a:cubicBezTo>
                  <a:cubicBezTo>
                    <a:pt x="1249227" y="1304990"/>
                    <a:pt x="1241396" y="1308234"/>
                    <a:pt x="1233230" y="1308234"/>
                  </a:cubicBezTo>
                  <a:lnTo>
                    <a:pt x="30789" y="1308234"/>
                  </a:lnTo>
                  <a:cubicBezTo>
                    <a:pt x="22623" y="1308234"/>
                    <a:pt x="14792" y="1304990"/>
                    <a:pt x="9018" y="1299216"/>
                  </a:cubicBezTo>
                  <a:cubicBezTo>
                    <a:pt x="3244" y="1293442"/>
                    <a:pt x="0" y="1285611"/>
                    <a:pt x="0" y="1277445"/>
                  </a:cubicBezTo>
                  <a:lnTo>
                    <a:pt x="0" y="30789"/>
                  </a:lnTo>
                  <a:cubicBezTo>
                    <a:pt x="0" y="22623"/>
                    <a:pt x="3244" y="14792"/>
                    <a:pt x="9018" y="9018"/>
                  </a:cubicBezTo>
                  <a:cubicBezTo>
                    <a:pt x="14792" y="3244"/>
                    <a:pt x="22623" y="0"/>
                    <a:pt x="30789" y="0"/>
                  </a:cubicBezTo>
                  <a:close/>
                </a:path>
              </a:pathLst>
            </a:custGeom>
            <a:solidFill>
              <a:srgbClr val="FFF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33;p12">
              <a:extLst>
                <a:ext uri="{FF2B5EF4-FFF2-40B4-BE49-F238E27FC236}">
                  <a16:creationId xmlns:a16="http://schemas.microsoft.com/office/drawing/2014/main" id="{F11881EF-523C-9EFD-6B6C-D953FC65DEAA}"/>
                </a:ext>
              </a:extLst>
            </p:cNvPr>
            <p:cNvSpPr txBox="1"/>
            <p:nvPr/>
          </p:nvSpPr>
          <p:spPr>
            <a:xfrm>
              <a:off x="0" y="-124809"/>
              <a:ext cx="1389235" cy="143304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 name="TextBox 11">
            <a:extLst>
              <a:ext uri="{FF2B5EF4-FFF2-40B4-BE49-F238E27FC236}">
                <a16:creationId xmlns:a16="http://schemas.microsoft.com/office/drawing/2014/main" id="{313806FB-62FC-0342-8ABB-37CC6618716F}"/>
              </a:ext>
            </a:extLst>
          </p:cNvPr>
          <p:cNvSpPr txBox="1"/>
          <p:nvPr/>
        </p:nvSpPr>
        <p:spPr>
          <a:xfrm>
            <a:off x="3433392" y="3115998"/>
            <a:ext cx="11656123" cy="48115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ea typeface="Calibri"/>
                <a:cs typeface="Calibri"/>
              </a:rPr>
              <a:t>Data</a:t>
            </a:r>
            <a:r>
              <a:rPr lang="en-US" sz="3000" dirty="0">
                <a:ea typeface="Calibri"/>
                <a:cs typeface="Calibri"/>
              </a:rPr>
              <a:t>: Munich Founder Study</a:t>
            </a:r>
            <a:endParaRPr lang="en-US" dirty="0">
              <a:ea typeface="Calibri"/>
              <a:cs typeface="Calibri"/>
            </a:endParaRPr>
          </a:p>
          <a:p>
            <a:pPr marL="914400" lvl="1" indent="-457200">
              <a:spcAft>
                <a:spcPts val="2000"/>
              </a:spcAft>
              <a:buChar char="•"/>
            </a:pPr>
            <a:r>
              <a:rPr lang="en-US" sz="3000" dirty="0">
                <a:ea typeface="Calibri"/>
                <a:cs typeface="Calibri"/>
              </a:rPr>
              <a:t>Sample of 1,849 business founders from 1985-86</a:t>
            </a:r>
            <a:endParaRPr lang="en-US" dirty="0">
              <a:ea typeface="Calibri"/>
              <a:cs typeface="Calibri"/>
            </a:endParaRPr>
          </a:p>
          <a:p>
            <a:pPr marL="914400" lvl="1" indent="-457200">
              <a:spcAft>
                <a:spcPts val="2000"/>
              </a:spcAft>
              <a:buChar char="•"/>
            </a:pPr>
            <a:r>
              <a:rPr lang="en-US" sz="3000" dirty="0">
                <a:ea typeface="Calibri"/>
                <a:cs typeface="Calibri"/>
              </a:rPr>
              <a:t>Stratified by survival status in 1990</a:t>
            </a:r>
            <a:endParaRPr lang="en-US" dirty="0">
              <a:ea typeface="Calibri"/>
              <a:cs typeface="Calibri"/>
            </a:endParaRPr>
          </a:p>
          <a:p>
            <a:r>
              <a:rPr lang="en-US" sz="3000" b="1" dirty="0">
                <a:ea typeface="Calibri"/>
                <a:cs typeface="Calibri"/>
              </a:rPr>
              <a:t>Method</a:t>
            </a:r>
            <a:r>
              <a:rPr lang="en-US" sz="3000" dirty="0">
                <a:ea typeface="Calibri"/>
                <a:cs typeface="Calibri"/>
              </a:rPr>
              <a:t>:</a:t>
            </a:r>
          </a:p>
          <a:p>
            <a:pPr marL="914400" lvl="1" indent="-457200">
              <a:spcAft>
                <a:spcPts val="2000"/>
              </a:spcAft>
              <a:buChar char="•"/>
            </a:pPr>
            <a:r>
              <a:rPr lang="en-US" sz="3000" dirty="0">
                <a:ea typeface="Calibri"/>
                <a:cs typeface="Calibri"/>
              </a:rPr>
              <a:t>Event history (survival) analysis</a:t>
            </a:r>
            <a:endParaRPr lang="en-US" dirty="0">
              <a:ea typeface="Calibri"/>
              <a:cs typeface="Calibri"/>
            </a:endParaRPr>
          </a:p>
          <a:p>
            <a:pPr marL="914400" lvl="1" indent="-457200">
              <a:spcAft>
                <a:spcPts val="2000"/>
              </a:spcAft>
              <a:buChar char="•"/>
            </a:pPr>
            <a:r>
              <a:rPr lang="en-US" sz="3000" dirty="0">
                <a:ea typeface="Calibri"/>
                <a:cs typeface="Calibri"/>
              </a:rPr>
              <a:t>Dependent variable: months until closure or right censoring (still operating)</a:t>
            </a:r>
            <a:endParaRPr lang="en-US" dirty="0">
              <a:ea typeface="Calibri"/>
              <a:cs typeface="Calibri"/>
            </a:endParaRPr>
          </a:p>
          <a:p>
            <a:r>
              <a:rPr lang="en-US" sz="3000" b="1" dirty="0">
                <a:ea typeface="Calibri"/>
                <a:cs typeface="Calibri"/>
              </a:rPr>
              <a:t>Main model</a:t>
            </a:r>
            <a:r>
              <a:rPr lang="en-US" sz="3000" dirty="0">
                <a:ea typeface="Calibri"/>
                <a:cs typeface="Calibri"/>
              </a:rPr>
              <a:t>: Proportional Log-Logistic Hazard Model</a:t>
            </a:r>
            <a:endParaRPr lang="en-US" dirty="0">
              <a:ea typeface="Calibri"/>
              <a:cs typeface="Calibri"/>
            </a:endParaRPr>
          </a:p>
        </p:txBody>
      </p:sp>
    </p:spTree>
    <p:extLst>
      <p:ext uri="{BB962C8B-B14F-4D97-AF65-F5344CB8AC3E}">
        <p14:creationId xmlns:p14="http://schemas.microsoft.com/office/powerpoint/2010/main" val="4066177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5B6B5F"/>
        </a:solidFill>
        <a:effectLst/>
      </p:bgPr>
    </p:bg>
    <p:spTree>
      <p:nvGrpSpPr>
        <p:cNvPr id="1" name="Shape 207"/>
        <p:cNvGrpSpPr/>
        <p:nvPr/>
      </p:nvGrpSpPr>
      <p:grpSpPr>
        <a:xfrm>
          <a:off x="0" y="0"/>
          <a:ext cx="0" cy="0"/>
          <a:chOff x="0" y="0"/>
          <a:chExt cx="0" cy="0"/>
        </a:xfrm>
      </p:grpSpPr>
      <p:grpSp>
        <p:nvGrpSpPr>
          <p:cNvPr id="5" name="Google Shape;131;p12">
            <a:extLst>
              <a:ext uri="{FF2B5EF4-FFF2-40B4-BE49-F238E27FC236}">
                <a16:creationId xmlns:a16="http://schemas.microsoft.com/office/drawing/2014/main" id="{E2FFFA1E-6CAF-0AEA-BD07-1995744EB490}"/>
              </a:ext>
            </a:extLst>
          </p:cNvPr>
          <p:cNvGrpSpPr/>
          <p:nvPr/>
        </p:nvGrpSpPr>
        <p:grpSpPr>
          <a:xfrm>
            <a:off x="1430838" y="2168235"/>
            <a:ext cx="15770170" cy="7227109"/>
            <a:chOff x="0" y="-124809"/>
            <a:chExt cx="1318662" cy="1433043"/>
          </a:xfrm>
        </p:grpSpPr>
        <p:sp>
          <p:nvSpPr>
            <p:cNvPr id="3" name="Google Shape;132;p12">
              <a:extLst>
                <a:ext uri="{FF2B5EF4-FFF2-40B4-BE49-F238E27FC236}">
                  <a16:creationId xmlns:a16="http://schemas.microsoft.com/office/drawing/2014/main" id="{8E55484D-D11F-1EA8-99C0-0DDFF69A7C70}"/>
                </a:ext>
              </a:extLst>
            </p:cNvPr>
            <p:cNvSpPr/>
            <p:nvPr/>
          </p:nvSpPr>
          <p:spPr>
            <a:xfrm>
              <a:off x="0" y="0"/>
              <a:ext cx="1264019" cy="1308234"/>
            </a:xfrm>
            <a:custGeom>
              <a:avLst/>
              <a:gdLst/>
              <a:ahLst/>
              <a:cxnLst/>
              <a:rect l="l" t="t" r="r" b="b"/>
              <a:pathLst>
                <a:path w="1264019" h="1308234" extrusionOk="0">
                  <a:moveTo>
                    <a:pt x="30789" y="0"/>
                  </a:moveTo>
                  <a:lnTo>
                    <a:pt x="1233230" y="0"/>
                  </a:lnTo>
                  <a:cubicBezTo>
                    <a:pt x="1241396" y="0"/>
                    <a:pt x="1249227" y="3244"/>
                    <a:pt x="1255001" y="9018"/>
                  </a:cubicBezTo>
                  <a:cubicBezTo>
                    <a:pt x="1260776" y="14792"/>
                    <a:pt x="1264019" y="22623"/>
                    <a:pt x="1264019" y="30789"/>
                  </a:cubicBezTo>
                  <a:lnTo>
                    <a:pt x="1264019" y="1277445"/>
                  </a:lnTo>
                  <a:cubicBezTo>
                    <a:pt x="1264019" y="1285611"/>
                    <a:pt x="1260776" y="1293442"/>
                    <a:pt x="1255001" y="1299216"/>
                  </a:cubicBezTo>
                  <a:cubicBezTo>
                    <a:pt x="1249227" y="1304990"/>
                    <a:pt x="1241396" y="1308234"/>
                    <a:pt x="1233230" y="1308234"/>
                  </a:cubicBezTo>
                  <a:lnTo>
                    <a:pt x="30789" y="1308234"/>
                  </a:lnTo>
                  <a:cubicBezTo>
                    <a:pt x="22623" y="1308234"/>
                    <a:pt x="14792" y="1304990"/>
                    <a:pt x="9018" y="1299216"/>
                  </a:cubicBezTo>
                  <a:cubicBezTo>
                    <a:pt x="3244" y="1293442"/>
                    <a:pt x="0" y="1285611"/>
                    <a:pt x="0" y="1277445"/>
                  </a:cubicBezTo>
                  <a:lnTo>
                    <a:pt x="0" y="30789"/>
                  </a:lnTo>
                  <a:cubicBezTo>
                    <a:pt x="0" y="22623"/>
                    <a:pt x="3244" y="14792"/>
                    <a:pt x="9018" y="9018"/>
                  </a:cubicBezTo>
                  <a:cubicBezTo>
                    <a:pt x="14792" y="3244"/>
                    <a:pt x="22623" y="0"/>
                    <a:pt x="30789" y="0"/>
                  </a:cubicBezTo>
                  <a:close/>
                </a:path>
              </a:pathLst>
            </a:custGeom>
            <a:solidFill>
              <a:srgbClr val="FFF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33;p12">
              <a:extLst>
                <a:ext uri="{FF2B5EF4-FFF2-40B4-BE49-F238E27FC236}">
                  <a16:creationId xmlns:a16="http://schemas.microsoft.com/office/drawing/2014/main" id="{C37DA1A0-7FE5-B727-701E-48D1E1D435B7}"/>
                </a:ext>
              </a:extLst>
            </p:cNvPr>
            <p:cNvSpPr txBox="1"/>
            <p:nvPr/>
          </p:nvSpPr>
          <p:spPr>
            <a:xfrm>
              <a:off x="0" y="-124809"/>
              <a:ext cx="1318662" cy="143304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209" name="Google Shape;209;p15"/>
          <p:cNvPicPr preferRelativeResize="0"/>
          <p:nvPr/>
        </p:nvPicPr>
        <p:blipFill>
          <a:blip r:embed="rId3">
            <a:alphaModFix/>
          </a:blip>
          <a:stretch>
            <a:fillRect/>
          </a:stretch>
        </p:blipFill>
        <p:spPr>
          <a:xfrm>
            <a:off x="11202575" y="7471266"/>
            <a:ext cx="2292300" cy="1946284"/>
          </a:xfrm>
          <a:prstGeom prst="rect">
            <a:avLst/>
          </a:prstGeom>
          <a:noFill/>
          <a:ln>
            <a:noFill/>
          </a:ln>
        </p:spPr>
      </p:pic>
      <p:pic>
        <p:nvPicPr>
          <p:cNvPr id="210" name="Google Shape;210;p15"/>
          <p:cNvPicPr preferRelativeResize="0"/>
          <p:nvPr/>
        </p:nvPicPr>
        <p:blipFill>
          <a:blip r:embed="rId4">
            <a:alphaModFix/>
          </a:blip>
          <a:stretch>
            <a:fillRect/>
          </a:stretch>
        </p:blipFill>
        <p:spPr>
          <a:xfrm>
            <a:off x="16454000" y="8113427"/>
            <a:ext cx="1610600" cy="1549822"/>
          </a:xfrm>
          <a:prstGeom prst="rect">
            <a:avLst/>
          </a:prstGeom>
          <a:noFill/>
          <a:ln>
            <a:noFill/>
          </a:ln>
        </p:spPr>
      </p:pic>
      <p:pic>
        <p:nvPicPr>
          <p:cNvPr id="211" name="Google Shape;211;p15"/>
          <p:cNvPicPr preferRelativeResize="0"/>
          <p:nvPr/>
        </p:nvPicPr>
        <p:blipFill>
          <a:blip r:embed="rId5">
            <a:alphaModFix/>
          </a:blip>
          <a:stretch>
            <a:fillRect/>
          </a:stretch>
        </p:blipFill>
        <p:spPr>
          <a:xfrm>
            <a:off x="0" y="0"/>
            <a:ext cx="1790963" cy="2188275"/>
          </a:xfrm>
          <a:prstGeom prst="rect">
            <a:avLst/>
          </a:prstGeom>
          <a:noFill/>
          <a:ln>
            <a:noFill/>
          </a:ln>
        </p:spPr>
      </p:pic>
      <p:sp>
        <p:nvSpPr>
          <p:cNvPr id="217" name="Google Shape;217;p15"/>
          <p:cNvSpPr txBox="1"/>
          <p:nvPr/>
        </p:nvSpPr>
        <p:spPr>
          <a:xfrm>
            <a:off x="3655580" y="6501325"/>
            <a:ext cx="761594" cy="832994"/>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8" name="Google Shape;218;p15"/>
          <p:cNvSpPr txBox="1"/>
          <p:nvPr/>
        </p:nvSpPr>
        <p:spPr>
          <a:xfrm>
            <a:off x="1770204" y="1080069"/>
            <a:ext cx="14828706" cy="3016210"/>
          </a:xfrm>
          <a:prstGeom prst="rect">
            <a:avLst/>
          </a:prstGeom>
          <a:noFill/>
          <a:ln>
            <a:noFill/>
          </a:ln>
        </p:spPr>
        <p:txBody>
          <a:bodyPr spcFirstLastPara="1" wrap="square" lIns="0" tIns="0" rIns="0" bIns="0" anchor="t" anchorCtr="0">
            <a:spAutoFit/>
          </a:bodyPr>
          <a:lstStyle/>
          <a:p>
            <a:pPr algn="ctr"/>
            <a:r>
              <a:rPr lang="en-US" sz="8800" dirty="0">
                <a:solidFill>
                  <a:srgbClr val="FFFBED"/>
                </a:solidFill>
                <a:latin typeface="Noto Sans"/>
                <a:ea typeface="Noto Sans"/>
                <a:sym typeface="Noto Sans"/>
              </a:rPr>
              <a:t>Key Variables Analyzed</a:t>
            </a:r>
            <a:endParaRPr lang="en-US" sz="8800" dirty="0">
              <a:latin typeface="Noto Sans"/>
            </a:endParaRPr>
          </a:p>
          <a:p>
            <a:pPr marL="0" marR="0" lvl="0" indent="0" algn="ctr">
              <a:lnSpc>
                <a:spcPct val="120000"/>
              </a:lnSpc>
              <a:spcBef>
                <a:spcPts val="0"/>
              </a:spcBef>
              <a:spcAft>
                <a:spcPts val="0"/>
              </a:spcAft>
              <a:buNone/>
            </a:pPr>
            <a:endParaRPr lang="en-US" sz="9000">
              <a:solidFill>
                <a:srgbClr val="FFFBED"/>
              </a:solidFill>
              <a:latin typeface="Noto Sans"/>
              <a:ea typeface="Noto Sans"/>
              <a:cs typeface="Noto Sans"/>
            </a:endParaRPr>
          </a:p>
        </p:txBody>
      </p:sp>
      <p:sp>
        <p:nvSpPr>
          <p:cNvPr id="220" name="Google Shape;220;p15"/>
          <p:cNvSpPr txBox="1"/>
          <p:nvPr/>
        </p:nvSpPr>
        <p:spPr>
          <a:xfrm>
            <a:off x="1781254" y="3128612"/>
            <a:ext cx="14676345" cy="6463308"/>
          </a:xfrm>
          <a:prstGeom prst="rect">
            <a:avLst/>
          </a:prstGeom>
          <a:noFill/>
          <a:ln>
            <a:noFill/>
          </a:ln>
        </p:spPr>
        <p:txBody>
          <a:bodyPr spcFirstLastPara="1" wrap="square" lIns="0" tIns="0" rIns="0" bIns="0" anchor="t" anchorCtr="0">
            <a:spAutoFit/>
          </a:bodyPr>
          <a:lstStyle/>
          <a:p>
            <a:r>
              <a:rPr lang="en-US" sz="3200" b="1" dirty="0">
                <a:ea typeface="Calibri"/>
                <a:cs typeface="Calibri"/>
                <a:sym typeface="Noto Sans"/>
              </a:rPr>
              <a:t>Human Capital:</a:t>
            </a:r>
            <a:endParaRPr lang="en-US" sz="3200" dirty="0">
              <a:ea typeface="Calibri"/>
              <a:cs typeface="Calibri"/>
            </a:endParaRPr>
          </a:p>
          <a:p>
            <a:pPr marL="914400" lvl="1" indent="-457200">
              <a:spcAft>
                <a:spcPts val="3000"/>
              </a:spcAft>
              <a:buChar char="•"/>
            </a:pPr>
            <a:r>
              <a:rPr lang="en-US" sz="3200" dirty="0">
                <a:ea typeface="Calibri"/>
                <a:cs typeface="Calibri"/>
                <a:sym typeface="Noto Sans"/>
              </a:rPr>
              <a:t>Years of schooling, work experience (linear and squared), industry experience, prior self-employment experience, leadership experience, parental self-employment.</a:t>
            </a:r>
            <a:endParaRPr lang="en-US" sz="3200">
              <a:ea typeface="Calibri"/>
              <a:cs typeface="Calibri"/>
            </a:endParaRPr>
          </a:p>
          <a:p>
            <a:r>
              <a:rPr lang="en-US" sz="3200" b="1" dirty="0">
                <a:ea typeface="Calibri"/>
                <a:cs typeface="Calibri"/>
                <a:sym typeface="Noto Sans"/>
              </a:rPr>
              <a:t>Organizational Features:</a:t>
            </a:r>
            <a:endParaRPr lang="en-US" sz="3200" dirty="0">
              <a:ea typeface="Calibri"/>
              <a:cs typeface="Calibri"/>
            </a:endParaRPr>
          </a:p>
          <a:p>
            <a:pPr marL="914400" lvl="1" indent="-457200">
              <a:spcAft>
                <a:spcPts val="3000"/>
              </a:spcAft>
              <a:buChar char="•"/>
            </a:pPr>
            <a:r>
              <a:rPr lang="en-US" sz="3200" dirty="0">
                <a:ea typeface="Calibri"/>
                <a:cs typeface="Calibri"/>
                <a:sym typeface="Noto Sans"/>
              </a:rPr>
              <a:t>Initial capital (log), number of employees (log), legal registration</a:t>
            </a:r>
            <a:endParaRPr lang="en-US" sz="3200" dirty="0">
              <a:ea typeface="Calibri"/>
              <a:cs typeface="Calibri"/>
            </a:endParaRPr>
          </a:p>
          <a:p>
            <a:pPr marL="914400" lvl="1" indent="-457200">
              <a:spcAft>
                <a:spcPts val="3000"/>
              </a:spcAft>
              <a:buChar char="•"/>
            </a:pPr>
            <a:r>
              <a:rPr lang="en-US" sz="3200" dirty="0">
                <a:ea typeface="Calibri"/>
                <a:cs typeface="Calibri"/>
                <a:sym typeface="Noto Sans"/>
              </a:rPr>
              <a:t>Business strategy (specialist/generalist, innovator/traditional, market scope)</a:t>
            </a:r>
            <a:endParaRPr lang="en-US" sz="3200">
              <a:ea typeface="Calibri"/>
              <a:cs typeface="Calibri"/>
            </a:endParaRPr>
          </a:p>
          <a:p>
            <a:r>
              <a:rPr lang="en-US" sz="3200" b="1" dirty="0">
                <a:ea typeface="Calibri"/>
                <a:cs typeface="Calibri"/>
                <a:sym typeface="Noto Sans"/>
              </a:rPr>
              <a:t>Environmental Features:</a:t>
            </a:r>
            <a:endParaRPr lang="en-US" sz="3200" dirty="0">
              <a:ea typeface="Calibri"/>
              <a:cs typeface="Calibri"/>
            </a:endParaRPr>
          </a:p>
          <a:p>
            <a:pPr marL="914400" lvl="1" indent="-457200">
              <a:spcAft>
                <a:spcPts val="3000"/>
              </a:spcAft>
              <a:buChar char="•"/>
            </a:pPr>
            <a:r>
              <a:rPr lang="en-US" sz="3200" dirty="0">
                <a:ea typeface="Calibri"/>
                <a:cs typeface="Calibri"/>
                <a:sym typeface="Noto Sans"/>
              </a:rPr>
              <a:t>Location (Munich vs Upper Bavaria), industry type, competition, seasonality, clustering of orders</a:t>
            </a:r>
            <a:endParaRPr lang="en-US" sz="3200" dirty="0">
              <a:ea typeface="Calibri"/>
              <a:cs typeface="Calibri"/>
            </a:endParaRPr>
          </a:p>
        </p:txBody>
      </p:sp>
      <p:grpSp>
        <p:nvGrpSpPr>
          <p:cNvPr id="223" name="Google Shape;223;p15"/>
          <p:cNvGrpSpPr/>
          <p:nvPr/>
        </p:nvGrpSpPr>
        <p:grpSpPr>
          <a:xfrm>
            <a:off x="840685" y="9136868"/>
            <a:ext cx="767244" cy="767244"/>
            <a:chOff x="0" y="0"/>
            <a:chExt cx="812800" cy="812800"/>
          </a:xfrm>
        </p:grpSpPr>
        <p:sp>
          <p:nvSpPr>
            <p:cNvPr id="224" name="Google Shape;224;p15"/>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2926E"/>
            </a:solidFill>
            <a:ln>
              <a:noFill/>
            </a:ln>
          </p:spPr>
          <p:txBody>
            <a:bodyPr/>
            <a:lstStyle/>
            <a:p>
              <a:endParaRPr lang="en-US"/>
            </a:p>
          </p:txBody>
        </p:sp>
        <p:sp>
          <p:nvSpPr>
            <p:cNvPr id="225" name="Google Shape;225;p15"/>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6" name="Google Shape;226;p15"/>
          <p:cNvGrpSpPr/>
          <p:nvPr/>
        </p:nvGrpSpPr>
        <p:grpSpPr>
          <a:xfrm>
            <a:off x="16636155" y="1542510"/>
            <a:ext cx="3303689" cy="3303689"/>
            <a:chOff x="0" y="0"/>
            <a:chExt cx="812800" cy="812800"/>
          </a:xfrm>
        </p:grpSpPr>
        <p:sp>
          <p:nvSpPr>
            <p:cNvPr id="227" name="Google Shape;227;p15"/>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txBody>
            <a:bodyPr/>
            <a:lstStyle/>
            <a:p>
              <a:endParaRPr lang="en-US"/>
            </a:p>
          </p:txBody>
        </p:sp>
        <p:sp>
          <p:nvSpPr>
            <p:cNvPr id="228" name="Google Shape;228;p15"/>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9" name="Google Shape;229;p15"/>
          <p:cNvGrpSpPr/>
          <p:nvPr/>
        </p:nvGrpSpPr>
        <p:grpSpPr>
          <a:xfrm>
            <a:off x="-556710" y="8676035"/>
            <a:ext cx="1993004" cy="1993004"/>
            <a:chOff x="0" y="0"/>
            <a:chExt cx="812800" cy="812800"/>
          </a:xfrm>
        </p:grpSpPr>
        <p:sp>
          <p:nvSpPr>
            <p:cNvPr id="230" name="Google Shape;230;p15"/>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txBody>
            <a:bodyPr/>
            <a:lstStyle/>
            <a:p>
              <a:endParaRPr lang="en-US"/>
            </a:p>
          </p:txBody>
        </p:sp>
        <p:sp>
          <p:nvSpPr>
            <p:cNvPr id="231" name="Google Shape;231;p15"/>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5B6B5F"/>
        </a:solidFill>
        <a:effectLst/>
      </p:bgPr>
    </p:bg>
    <p:spTree>
      <p:nvGrpSpPr>
        <p:cNvPr id="1" name="Shape 207">
          <a:extLst>
            <a:ext uri="{FF2B5EF4-FFF2-40B4-BE49-F238E27FC236}">
              <a16:creationId xmlns:a16="http://schemas.microsoft.com/office/drawing/2014/main" id="{27B24358-650A-BB22-F137-0624E941FEF0}"/>
            </a:ext>
          </a:extLst>
        </p:cNvPr>
        <p:cNvGrpSpPr/>
        <p:nvPr/>
      </p:nvGrpSpPr>
      <p:grpSpPr>
        <a:xfrm>
          <a:off x="0" y="0"/>
          <a:ext cx="0" cy="0"/>
          <a:chOff x="0" y="0"/>
          <a:chExt cx="0" cy="0"/>
        </a:xfrm>
      </p:grpSpPr>
      <p:grpSp>
        <p:nvGrpSpPr>
          <p:cNvPr id="5" name="Google Shape;131;p12">
            <a:extLst>
              <a:ext uri="{FF2B5EF4-FFF2-40B4-BE49-F238E27FC236}">
                <a16:creationId xmlns:a16="http://schemas.microsoft.com/office/drawing/2014/main" id="{07CBCCF7-0863-3AFE-383F-53B6897A7750}"/>
              </a:ext>
            </a:extLst>
          </p:cNvPr>
          <p:cNvGrpSpPr/>
          <p:nvPr/>
        </p:nvGrpSpPr>
        <p:grpSpPr>
          <a:xfrm>
            <a:off x="1415994" y="2153391"/>
            <a:ext cx="15502976" cy="7227109"/>
            <a:chOff x="0" y="-124809"/>
            <a:chExt cx="1318662" cy="1433043"/>
          </a:xfrm>
        </p:grpSpPr>
        <p:sp>
          <p:nvSpPr>
            <p:cNvPr id="3" name="Google Shape;132;p12">
              <a:extLst>
                <a:ext uri="{FF2B5EF4-FFF2-40B4-BE49-F238E27FC236}">
                  <a16:creationId xmlns:a16="http://schemas.microsoft.com/office/drawing/2014/main" id="{9625D4C8-39E6-78E8-92B3-8A047BB4A49C}"/>
                </a:ext>
              </a:extLst>
            </p:cNvPr>
            <p:cNvSpPr/>
            <p:nvPr/>
          </p:nvSpPr>
          <p:spPr>
            <a:xfrm>
              <a:off x="0" y="0"/>
              <a:ext cx="1264019" cy="1308234"/>
            </a:xfrm>
            <a:custGeom>
              <a:avLst/>
              <a:gdLst/>
              <a:ahLst/>
              <a:cxnLst/>
              <a:rect l="l" t="t" r="r" b="b"/>
              <a:pathLst>
                <a:path w="1264019" h="1308234" extrusionOk="0">
                  <a:moveTo>
                    <a:pt x="30789" y="0"/>
                  </a:moveTo>
                  <a:lnTo>
                    <a:pt x="1233230" y="0"/>
                  </a:lnTo>
                  <a:cubicBezTo>
                    <a:pt x="1241396" y="0"/>
                    <a:pt x="1249227" y="3244"/>
                    <a:pt x="1255001" y="9018"/>
                  </a:cubicBezTo>
                  <a:cubicBezTo>
                    <a:pt x="1260776" y="14792"/>
                    <a:pt x="1264019" y="22623"/>
                    <a:pt x="1264019" y="30789"/>
                  </a:cubicBezTo>
                  <a:lnTo>
                    <a:pt x="1264019" y="1277445"/>
                  </a:lnTo>
                  <a:cubicBezTo>
                    <a:pt x="1264019" y="1285611"/>
                    <a:pt x="1260776" y="1293442"/>
                    <a:pt x="1255001" y="1299216"/>
                  </a:cubicBezTo>
                  <a:cubicBezTo>
                    <a:pt x="1249227" y="1304990"/>
                    <a:pt x="1241396" y="1308234"/>
                    <a:pt x="1233230" y="1308234"/>
                  </a:cubicBezTo>
                  <a:lnTo>
                    <a:pt x="30789" y="1308234"/>
                  </a:lnTo>
                  <a:cubicBezTo>
                    <a:pt x="22623" y="1308234"/>
                    <a:pt x="14792" y="1304990"/>
                    <a:pt x="9018" y="1299216"/>
                  </a:cubicBezTo>
                  <a:cubicBezTo>
                    <a:pt x="3244" y="1293442"/>
                    <a:pt x="0" y="1285611"/>
                    <a:pt x="0" y="1277445"/>
                  </a:cubicBezTo>
                  <a:lnTo>
                    <a:pt x="0" y="30789"/>
                  </a:lnTo>
                  <a:cubicBezTo>
                    <a:pt x="0" y="22623"/>
                    <a:pt x="3244" y="14792"/>
                    <a:pt x="9018" y="9018"/>
                  </a:cubicBezTo>
                  <a:cubicBezTo>
                    <a:pt x="14792" y="3244"/>
                    <a:pt x="22623" y="0"/>
                    <a:pt x="30789" y="0"/>
                  </a:cubicBezTo>
                  <a:close/>
                </a:path>
              </a:pathLst>
            </a:custGeom>
            <a:solidFill>
              <a:srgbClr val="FFF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33;p12">
              <a:extLst>
                <a:ext uri="{FF2B5EF4-FFF2-40B4-BE49-F238E27FC236}">
                  <a16:creationId xmlns:a16="http://schemas.microsoft.com/office/drawing/2014/main" id="{3BB43B2C-1F81-185F-F769-F86CF4D38B58}"/>
                </a:ext>
              </a:extLst>
            </p:cNvPr>
            <p:cNvSpPr txBox="1"/>
            <p:nvPr/>
          </p:nvSpPr>
          <p:spPr>
            <a:xfrm>
              <a:off x="0" y="-124809"/>
              <a:ext cx="1318662" cy="143304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209" name="Google Shape;209;p15">
            <a:extLst>
              <a:ext uri="{FF2B5EF4-FFF2-40B4-BE49-F238E27FC236}">
                <a16:creationId xmlns:a16="http://schemas.microsoft.com/office/drawing/2014/main" id="{37CFBFAC-09F6-DC2B-347E-D65B2612667A}"/>
              </a:ext>
            </a:extLst>
          </p:cNvPr>
          <p:cNvPicPr preferRelativeResize="0"/>
          <p:nvPr/>
        </p:nvPicPr>
        <p:blipFill>
          <a:blip r:embed="rId3">
            <a:alphaModFix/>
          </a:blip>
          <a:stretch>
            <a:fillRect/>
          </a:stretch>
        </p:blipFill>
        <p:spPr>
          <a:xfrm>
            <a:off x="11202575" y="7471266"/>
            <a:ext cx="2292300" cy="1946284"/>
          </a:xfrm>
          <a:prstGeom prst="rect">
            <a:avLst/>
          </a:prstGeom>
          <a:noFill/>
          <a:ln>
            <a:noFill/>
          </a:ln>
        </p:spPr>
      </p:pic>
      <p:pic>
        <p:nvPicPr>
          <p:cNvPr id="210" name="Google Shape;210;p15">
            <a:extLst>
              <a:ext uri="{FF2B5EF4-FFF2-40B4-BE49-F238E27FC236}">
                <a16:creationId xmlns:a16="http://schemas.microsoft.com/office/drawing/2014/main" id="{2ADF7F46-3A0E-2638-9825-9F2755C38F47}"/>
              </a:ext>
            </a:extLst>
          </p:cNvPr>
          <p:cNvPicPr preferRelativeResize="0"/>
          <p:nvPr/>
        </p:nvPicPr>
        <p:blipFill>
          <a:blip r:embed="rId4">
            <a:alphaModFix/>
          </a:blip>
          <a:stretch>
            <a:fillRect/>
          </a:stretch>
        </p:blipFill>
        <p:spPr>
          <a:xfrm>
            <a:off x="16454000" y="8113427"/>
            <a:ext cx="1610600" cy="1549822"/>
          </a:xfrm>
          <a:prstGeom prst="rect">
            <a:avLst/>
          </a:prstGeom>
          <a:noFill/>
          <a:ln>
            <a:noFill/>
          </a:ln>
        </p:spPr>
      </p:pic>
      <p:pic>
        <p:nvPicPr>
          <p:cNvPr id="211" name="Google Shape;211;p15">
            <a:extLst>
              <a:ext uri="{FF2B5EF4-FFF2-40B4-BE49-F238E27FC236}">
                <a16:creationId xmlns:a16="http://schemas.microsoft.com/office/drawing/2014/main" id="{AAA13FED-A26D-F5F5-FEA4-F515F1DF0F0E}"/>
              </a:ext>
            </a:extLst>
          </p:cNvPr>
          <p:cNvPicPr preferRelativeResize="0"/>
          <p:nvPr/>
        </p:nvPicPr>
        <p:blipFill>
          <a:blip r:embed="rId5">
            <a:alphaModFix/>
          </a:blip>
          <a:stretch>
            <a:fillRect/>
          </a:stretch>
        </p:blipFill>
        <p:spPr>
          <a:xfrm>
            <a:off x="0" y="0"/>
            <a:ext cx="1790963" cy="2188275"/>
          </a:xfrm>
          <a:prstGeom prst="rect">
            <a:avLst/>
          </a:prstGeom>
          <a:noFill/>
          <a:ln>
            <a:noFill/>
          </a:ln>
        </p:spPr>
      </p:pic>
      <p:sp>
        <p:nvSpPr>
          <p:cNvPr id="217" name="Google Shape;217;p15">
            <a:extLst>
              <a:ext uri="{FF2B5EF4-FFF2-40B4-BE49-F238E27FC236}">
                <a16:creationId xmlns:a16="http://schemas.microsoft.com/office/drawing/2014/main" id="{C4BA1988-418C-81F6-E539-9202493E08D0}"/>
              </a:ext>
            </a:extLst>
          </p:cNvPr>
          <p:cNvSpPr txBox="1"/>
          <p:nvPr/>
        </p:nvSpPr>
        <p:spPr>
          <a:xfrm>
            <a:off x="3655580" y="6501325"/>
            <a:ext cx="761594" cy="832994"/>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8" name="Google Shape;218;p15">
            <a:extLst>
              <a:ext uri="{FF2B5EF4-FFF2-40B4-BE49-F238E27FC236}">
                <a16:creationId xmlns:a16="http://schemas.microsoft.com/office/drawing/2014/main" id="{CF9D8CAA-723A-A89F-A6C4-630AC4A343D2}"/>
              </a:ext>
            </a:extLst>
          </p:cNvPr>
          <p:cNvSpPr txBox="1"/>
          <p:nvPr/>
        </p:nvSpPr>
        <p:spPr>
          <a:xfrm>
            <a:off x="805334" y="1080069"/>
            <a:ext cx="16387342" cy="2708434"/>
          </a:xfrm>
          <a:prstGeom prst="rect">
            <a:avLst/>
          </a:prstGeom>
          <a:noFill/>
          <a:ln>
            <a:noFill/>
          </a:ln>
        </p:spPr>
        <p:txBody>
          <a:bodyPr spcFirstLastPara="1" wrap="square" lIns="0" tIns="0" rIns="0" bIns="0" anchor="t" anchorCtr="0">
            <a:spAutoFit/>
          </a:bodyPr>
          <a:lstStyle/>
          <a:p>
            <a:pPr algn="ctr"/>
            <a:r>
              <a:rPr lang="en-US" sz="8000" dirty="0">
                <a:solidFill>
                  <a:srgbClr val="FFFBED"/>
                </a:solidFill>
                <a:latin typeface="Noto Sans"/>
                <a:ea typeface="Noto Sans"/>
                <a:sym typeface="Noto Sans"/>
              </a:rPr>
              <a:t>Data Challenges and Cleaning</a:t>
            </a:r>
            <a:endParaRPr lang="en-US" sz="8000" dirty="0"/>
          </a:p>
          <a:p>
            <a:pPr marL="0" marR="0" lvl="0" indent="0" algn="ctr">
              <a:lnSpc>
                <a:spcPct val="120000"/>
              </a:lnSpc>
              <a:spcBef>
                <a:spcPts val="0"/>
              </a:spcBef>
              <a:spcAft>
                <a:spcPts val="0"/>
              </a:spcAft>
              <a:buNone/>
            </a:pPr>
            <a:endParaRPr lang="en-US" sz="8000" dirty="0">
              <a:solidFill>
                <a:srgbClr val="FFFBED"/>
              </a:solidFill>
              <a:latin typeface="Noto Sans"/>
              <a:ea typeface="Noto Sans"/>
              <a:cs typeface="Noto Sans"/>
            </a:endParaRPr>
          </a:p>
        </p:txBody>
      </p:sp>
      <p:sp>
        <p:nvSpPr>
          <p:cNvPr id="220" name="Google Shape;220;p15">
            <a:extLst>
              <a:ext uri="{FF2B5EF4-FFF2-40B4-BE49-F238E27FC236}">
                <a16:creationId xmlns:a16="http://schemas.microsoft.com/office/drawing/2014/main" id="{C4BC5811-53ED-79C4-0C04-BBB679AC80D8}"/>
              </a:ext>
            </a:extLst>
          </p:cNvPr>
          <p:cNvSpPr txBox="1"/>
          <p:nvPr/>
        </p:nvSpPr>
        <p:spPr>
          <a:xfrm>
            <a:off x="1766410" y="3069236"/>
            <a:ext cx="14245865" cy="6647974"/>
          </a:xfrm>
          <a:prstGeom prst="rect">
            <a:avLst/>
          </a:prstGeom>
          <a:noFill/>
          <a:ln>
            <a:noFill/>
          </a:ln>
        </p:spPr>
        <p:txBody>
          <a:bodyPr spcFirstLastPara="1" wrap="square" lIns="0" tIns="0" rIns="0" bIns="0" anchor="t" anchorCtr="0">
            <a:spAutoFit/>
          </a:bodyPr>
          <a:lstStyle/>
          <a:p>
            <a:pPr marL="285750" indent="-285750">
              <a:buChar char="•"/>
            </a:pPr>
            <a:r>
              <a:rPr lang="en-US" sz="3600" dirty="0">
                <a:ea typeface="Calibri"/>
                <a:sym typeface="Noto Sans"/>
              </a:rPr>
              <a:t>Raw data and codebook were in </a:t>
            </a:r>
            <a:r>
              <a:rPr lang="en-US" sz="3600" b="1" dirty="0">
                <a:ea typeface="Calibri"/>
                <a:sym typeface="Noto Sans"/>
              </a:rPr>
              <a:t>German</a:t>
            </a:r>
            <a:endParaRPr lang="en-US" sz="3600" b="1" dirty="0">
              <a:ea typeface="Calibri"/>
            </a:endParaRPr>
          </a:p>
          <a:p>
            <a:pPr marL="285750" indent="-285750">
              <a:buChar char="•"/>
            </a:pPr>
            <a:endParaRPr lang="en-US" sz="3600" b="1" dirty="0">
              <a:ea typeface="Calibri"/>
            </a:endParaRPr>
          </a:p>
          <a:p>
            <a:pPr marL="285750" indent="-285750">
              <a:buChar char="•"/>
            </a:pPr>
            <a:r>
              <a:rPr lang="en-US" sz="3600" dirty="0">
                <a:ea typeface="Calibri"/>
                <a:sym typeface="Noto Sans"/>
              </a:rPr>
              <a:t>300+ variables; ambiguous labels</a:t>
            </a:r>
            <a:endParaRPr lang="en-US" sz="3600" dirty="0">
              <a:ea typeface="Calibri"/>
            </a:endParaRPr>
          </a:p>
          <a:p>
            <a:pPr marL="285750" indent="-285750">
              <a:buChar char="•"/>
            </a:pPr>
            <a:endParaRPr lang="en-US" sz="3600" dirty="0">
              <a:ea typeface="Calibri"/>
            </a:endParaRPr>
          </a:p>
          <a:p>
            <a:pPr marL="285750" indent="-285750">
              <a:buChar char="•"/>
            </a:pPr>
            <a:r>
              <a:rPr lang="en-US" sz="3600" dirty="0">
                <a:ea typeface="Calibri"/>
              </a:rPr>
              <a:t>Required translation, recoding, and merging multiple files</a:t>
            </a:r>
          </a:p>
          <a:p>
            <a:pPr marL="285750" indent="-285750">
              <a:buChar char="•"/>
            </a:pPr>
            <a:endParaRPr lang="en-US" sz="3600" dirty="0">
              <a:ea typeface="Calibri"/>
            </a:endParaRPr>
          </a:p>
          <a:p>
            <a:pPr marL="285750" indent="-285750">
              <a:buChar char="•"/>
            </a:pPr>
            <a:r>
              <a:rPr lang="en-US" sz="3600" dirty="0">
                <a:ea typeface="Calibri"/>
              </a:rPr>
              <a:t>Used Python to:</a:t>
            </a:r>
            <a:endParaRPr lang="en-US" sz="3600"/>
          </a:p>
          <a:p>
            <a:pPr marL="571500" lvl="1" indent="-571500">
              <a:buFont typeface="Courier New"/>
              <a:buChar char="o"/>
            </a:pPr>
            <a:r>
              <a:rPr lang="en-US" sz="3600" dirty="0">
                <a:ea typeface="Calibri"/>
              </a:rPr>
              <a:t>Convert employment and capital to log scale</a:t>
            </a:r>
            <a:endParaRPr lang="en-US" sz="3600"/>
          </a:p>
          <a:p>
            <a:pPr marL="571500" lvl="1" indent="-571500">
              <a:buFont typeface="Courier New"/>
              <a:buChar char="o"/>
            </a:pPr>
            <a:r>
              <a:rPr lang="en-US" sz="3600" dirty="0">
                <a:ea typeface="Calibri"/>
              </a:rPr>
              <a:t>Recode categorical text (e.g., “small tradesman”, “follower”)</a:t>
            </a:r>
            <a:endParaRPr lang="en-US" sz="3600"/>
          </a:p>
          <a:p>
            <a:pPr marL="571500" lvl="1" indent="-571500">
              <a:buFont typeface="Courier New"/>
              <a:buChar char="o"/>
            </a:pPr>
            <a:r>
              <a:rPr lang="en-US" sz="3600" dirty="0">
                <a:ea typeface="Calibri"/>
              </a:rPr>
              <a:t>Create binary indicators</a:t>
            </a:r>
            <a:endParaRPr lang="en-US" sz="3600"/>
          </a:p>
          <a:p>
            <a:endParaRPr lang="en-US" sz="4000" dirty="0">
              <a:ea typeface="Calibri"/>
            </a:endParaRPr>
          </a:p>
          <a:p>
            <a:endParaRPr lang="en-US" sz="3200" dirty="0">
              <a:ea typeface="Calibri"/>
            </a:endParaRPr>
          </a:p>
        </p:txBody>
      </p:sp>
      <p:grpSp>
        <p:nvGrpSpPr>
          <p:cNvPr id="223" name="Google Shape;223;p15">
            <a:extLst>
              <a:ext uri="{FF2B5EF4-FFF2-40B4-BE49-F238E27FC236}">
                <a16:creationId xmlns:a16="http://schemas.microsoft.com/office/drawing/2014/main" id="{31336EA4-71EC-111F-B5B2-2E0EC9EA0F6F}"/>
              </a:ext>
            </a:extLst>
          </p:cNvPr>
          <p:cNvGrpSpPr/>
          <p:nvPr/>
        </p:nvGrpSpPr>
        <p:grpSpPr>
          <a:xfrm>
            <a:off x="840685" y="9136868"/>
            <a:ext cx="767244" cy="767244"/>
            <a:chOff x="0" y="0"/>
            <a:chExt cx="812800" cy="812800"/>
          </a:xfrm>
        </p:grpSpPr>
        <p:sp>
          <p:nvSpPr>
            <p:cNvPr id="224" name="Google Shape;224;p15">
              <a:extLst>
                <a:ext uri="{FF2B5EF4-FFF2-40B4-BE49-F238E27FC236}">
                  <a16:creationId xmlns:a16="http://schemas.microsoft.com/office/drawing/2014/main" id="{4545E9B0-7F9C-E23F-116A-656197608674}"/>
                </a:ext>
              </a:extLst>
            </p:cNvPr>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2926E"/>
            </a:solidFill>
            <a:ln>
              <a:noFill/>
            </a:ln>
          </p:spPr>
          <p:txBody>
            <a:bodyPr/>
            <a:lstStyle/>
            <a:p>
              <a:endParaRPr lang="en-US"/>
            </a:p>
          </p:txBody>
        </p:sp>
        <p:sp>
          <p:nvSpPr>
            <p:cNvPr id="225" name="Google Shape;225;p15">
              <a:extLst>
                <a:ext uri="{FF2B5EF4-FFF2-40B4-BE49-F238E27FC236}">
                  <a16:creationId xmlns:a16="http://schemas.microsoft.com/office/drawing/2014/main" id="{CFF1251D-22C4-A2E6-3F04-AE7C453DC50C}"/>
                </a:ext>
              </a:extLst>
            </p:cNvPr>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6" name="Google Shape;226;p15">
            <a:extLst>
              <a:ext uri="{FF2B5EF4-FFF2-40B4-BE49-F238E27FC236}">
                <a16:creationId xmlns:a16="http://schemas.microsoft.com/office/drawing/2014/main" id="{F4BA6745-D110-0174-A02C-8CED226288BD}"/>
              </a:ext>
            </a:extLst>
          </p:cNvPr>
          <p:cNvGrpSpPr/>
          <p:nvPr/>
        </p:nvGrpSpPr>
        <p:grpSpPr>
          <a:xfrm>
            <a:off x="16636155" y="1542510"/>
            <a:ext cx="3303689" cy="3303689"/>
            <a:chOff x="0" y="0"/>
            <a:chExt cx="812800" cy="812800"/>
          </a:xfrm>
        </p:grpSpPr>
        <p:sp>
          <p:nvSpPr>
            <p:cNvPr id="227" name="Google Shape;227;p15">
              <a:extLst>
                <a:ext uri="{FF2B5EF4-FFF2-40B4-BE49-F238E27FC236}">
                  <a16:creationId xmlns:a16="http://schemas.microsoft.com/office/drawing/2014/main" id="{FA2B0CC6-2246-D1BF-5F3E-2BFEBBC5871E}"/>
                </a:ext>
              </a:extLst>
            </p:cNvPr>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txBody>
            <a:bodyPr/>
            <a:lstStyle/>
            <a:p>
              <a:endParaRPr lang="en-US"/>
            </a:p>
          </p:txBody>
        </p:sp>
        <p:sp>
          <p:nvSpPr>
            <p:cNvPr id="228" name="Google Shape;228;p15">
              <a:extLst>
                <a:ext uri="{FF2B5EF4-FFF2-40B4-BE49-F238E27FC236}">
                  <a16:creationId xmlns:a16="http://schemas.microsoft.com/office/drawing/2014/main" id="{478E4A0D-A26A-4513-2DEE-810665D97670}"/>
                </a:ext>
              </a:extLst>
            </p:cNvPr>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9" name="Google Shape;229;p15">
            <a:extLst>
              <a:ext uri="{FF2B5EF4-FFF2-40B4-BE49-F238E27FC236}">
                <a16:creationId xmlns:a16="http://schemas.microsoft.com/office/drawing/2014/main" id="{1A410DA1-2071-C2A3-33FC-50A1C93C2C8C}"/>
              </a:ext>
            </a:extLst>
          </p:cNvPr>
          <p:cNvGrpSpPr/>
          <p:nvPr/>
        </p:nvGrpSpPr>
        <p:grpSpPr>
          <a:xfrm>
            <a:off x="-556710" y="8676035"/>
            <a:ext cx="1993004" cy="1993004"/>
            <a:chOff x="0" y="0"/>
            <a:chExt cx="812800" cy="812800"/>
          </a:xfrm>
        </p:grpSpPr>
        <p:sp>
          <p:nvSpPr>
            <p:cNvPr id="230" name="Google Shape;230;p15">
              <a:extLst>
                <a:ext uri="{FF2B5EF4-FFF2-40B4-BE49-F238E27FC236}">
                  <a16:creationId xmlns:a16="http://schemas.microsoft.com/office/drawing/2014/main" id="{157CAC0C-4EB1-2834-10C8-EBDEA207EBAA}"/>
                </a:ext>
              </a:extLst>
            </p:cNvPr>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txBody>
            <a:bodyPr/>
            <a:lstStyle/>
            <a:p>
              <a:endParaRPr lang="en-US"/>
            </a:p>
          </p:txBody>
        </p:sp>
        <p:sp>
          <p:nvSpPr>
            <p:cNvPr id="231" name="Google Shape;231;p15">
              <a:extLst>
                <a:ext uri="{FF2B5EF4-FFF2-40B4-BE49-F238E27FC236}">
                  <a16:creationId xmlns:a16="http://schemas.microsoft.com/office/drawing/2014/main" id="{B87EE5F3-7A7C-2F76-F249-3E7AAC91D7B1}"/>
                </a:ext>
              </a:extLst>
            </p:cNvPr>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577190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5B6B5F"/>
        </a:solidFill>
        <a:effectLst/>
      </p:bgPr>
    </p:bg>
    <p:spTree>
      <p:nvGrpSpPr>
        <p:cNvPr id="1" name="Shape 207">
          <a:extLst>
            <a:ext uri="{FF2B5EF4-FFF2-40B4-BE49-F238E27FC236}">
              <a16:creationId xmlns:a16="http://schemas.microsoft.com/office/drawing/2014/main" id="{545489F2-0BD5-53EE-049D-602B24158E3F}"/>
            </a:ext>
          </a:extLst>
        </p:cNvPr>
        <p:cNvGrpSpPr/>
        <p:nvPr/>
      </p:nvGrpSpPr>
      <p:grpSpPr>
        <a:xfrm>
          <a:off x="0" y="0"/>
          <a:ext cx="0" cy="0"/>
          <a:chOff x="0" y="0"/>
          <a:chExt cx="0" cy="0"/>
        </a:xfrm>
      </p:grpSpPr>
      <p:grpSp>
        <p:nvGrpSpPr>
          <p:cNvPr id="5" name="Google Shape;131;p12">
            <a:extLst>
              <a:ext uri="{FF2B5EF4-FFF2-40B4-BE49-F238E27FC236}">
                <a16:creationId xmlns:a16="http://schemas.microsoft.com/office/drawing/2014/main" id="{0F47A84F-6CF3-E342-06EA-1D602C3FDA98}"/>
              </a:ext>
            </a:extLst>
          </p:cNvPr>
          <p:cNvGrpSpPr/>
          <p:nvPr/>
        </p:nvGrpSpPr>
        <p:grpSpPr>
          <a:xfrm>
            <a:off x="3215994" y="2664951"/>
            <a:ext cx="11740976" cy="5461429"/>
            <a:chOff x="0" y="-124809"/>
            <a:chExt cx="1318662" cy="1433043"/>
          </a:xfrm>
        </p:grpSpPr>
        <p:sp>
          <p:nvSpPr>
            <p:cNvPr id="3" name="Google Shape;132;p12">
              <a:extLst>
                <a:ext uri="{FF2B5EF4-FFF2-40B4-BE49-F238E27FC236}">
                  <a16:creationId xmlns:a16="http://schemas.microsoft.com/office/drawing/2014/main" id="{DDE0AD28-4131-9513-81A2-6C57C3052BB7}"/>
                </a:ext>
              </a:extLst>
            </p:cNvPr>
            <p:cNvSpPr/>
            <p:nvPr/>
          </p:nvSpPr>
          <p:spPr>
            <a:xfrm>
              <a:off x="0" y="0"/>
              <a:ext cx="1264019" cy="1308234"/>
            </a:xfrm>
            <a:custGeom>
              <a:avLst/>
              <a:gdLst/>
              <a:ahLst/>
              <a:cxnLst/>
              <a:rect l="l" t="t" r="r" b="b"/>
              <a:pathLst>
                <a:path w="1264019" h="1308234" extrusionOk="0">
                  <a:moveTo>
                    <a:pt x="30789" y="0"/>
                  </a:moveTo>
                  <a:lnTo>
                    <a:pt x="1233230" y="0"/>
                  </a:lnTo>
                  <a:cubicBezTo>
                    <a:pt x="1241396" y="0"/>
                    <a:pt x="1249227" y="3244"/>
                    <a:pt x="1255001" y="9018"/>
                  </a:cubicBezTo>
                  <a:cubicBezTo>
                    <a:pt x="1260776" y="14792"/>
                    <a:pt x="1264019" y="22623"/>
                    <a:pt x="1264019" y="30789"/>
                  </a:cubicBezTo>
                  <a:lnTo>
                    <a:pt x="1264019" y="1277445"/>
                  </a:lnTo>
                  <a:cubicBezTo>
                    <a:pt x="1264019" y="1285611"/>
                    <a:pt x="1260776" y="1293442"/>
                    <a:pt x="1255001" y="1299216"/>
                  </a:cubicBezTo>
                  <a:cubicBezTo>
                    <a:pt x="1249227" y="1304990"/>
                    <a:pt x="1241396" y="1308234"/>
                    <a:pt x="1233230" y="1308234"/>
                  </a:cubicBezTo>
                  <a:lnTo>
                    <a:pt x="30789" y="1308234"/>
                  </a:lnTo>
                  <a:cubicBezTo>
                    <a:pt x="22623" y="1308234"/>
                    <a:pt x="14792" y="1304990"/>
                    <a:pt x="9018" y="1299216"/>
                  </a:cubicBezTo>
                  <a:cubicBezTo>
                    <a:pt x="3244" y="1293442"/>
                    <a:pt x="0" y="1285611"/>
                    <a:pt x="0" y="1277445"/>
                  </a:cubicBezTo>
                  <a:lnTo>
                    <a:pt x="0" y="30789"/>
                  </a:lnTo>
                  <a:cubicBezTo>
                    <a:pt x="0" y="22623"/>
                    <a:pt x="3244" y="14792"/>
                    <a:pt x="9018" y="9018"/>
                  </a:cubicBezTo>
                  <a:cubicBezTo>
                    <a:pt x="14792" y="3244"/>
                    <a:pt x="22623" y="0"/>
                    <a:pt x="30789" y="0"/>
                  </a:cubicBezTo>
                  <a:close/>
                </a:path>
              </a:pathLst>
            </a:custGeom>
            <a:solidFill>
              <a:srgbClr val="FFF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33;p12">
              <a:extLst>
                <a:ext uri="{FF2B5EF4-FFF2-40B4-BE49-F238E27FC236}">
                  <a16:creationId xmlns:a16="http://schemas.microsoft.com/office/drawing/2014/main" id="{DA5B29F7-5009-C99C-A60A-F0B406C2D509}"/>
                </a:ext>
              </a:extLst>
            </p:cNvPr>
            <p:cNvSpPr txBox="1"/>
            <p:nvPr/>
          </p:nvSpPr>
          <p:spPr>
            <a:xfrm>
              <a:off x="0" y="-124809"/>
              <a:ext cx="1318662" cy="143304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209" name="Google Shape;209;p15">
            <a:extLst>
              <a:ext uri="{FF2B5EF4-FFF2-40B4-BE49-F238E27FC236}">
                <a16:creationId xmlns:a16="http://schemas.microsoft.com/office/drawing/2014/main" id="{23BE933A-A69B-83E6-2CB5-FF3AB1DC1B1A}"/>
              </a:ext>
            </a:extLst>
          </p:cNvPr>
          <p:cNvPicPr preferRelativeResize="0"/>
          <p:nvPr/>
        </p:nvPicPr>
        <p:blipFill>
          <a:blip r:embed="rId3">
            <a:alphaModFix/>
          </a:blip>
          <a:stretch>
            <a:fillRect/>
          </a:stretch>
        </p:blipFill>
        <p:spPr>
          <a:xfrm>
            <a:off x="11202575" y="7471266"/>
            <a:ext cx="2292300" cy="1946284"/>
          </a:xfrm>
          <a:prstGeom prst="rect">
            <a:avLst/>
          </a:prstGeom>
          <a:noFill/>
          <a:ln>
            <a:noFill/>
          </a:ln>
        </p:spPr>
      </p:pic>
      <p:pic>
        <p:nvPicPr>
          <p:cNvPr id="210" name="Google Shape;210;p15">
            <a:extLst>
              <a:ext uri="{FF2B5EF4-FFF2-40B4-BE49-F238E27FC236}">
                <a16:creationId xmlns:a16="http://schemas.microsoft.com/office/drawing/2014/main" id="{FDE2CB7B-6E8B-44B0-A98E-CBB2D26E1356}"/>
              </a:ext>
            </a:extLst>
          </p:cNvPr>
          <p:cNvPicPr preferRelativeResize="0"/>
          <p:nvPr/>
        </p:nvPicPr>
        <p:blipFill>
          <a:blip r:embed="rId4">
            <a:alphaModFix/>
          </a:blip>
          <a:stretch>
            <a:fillRect/>
          </a:stretch>
        </p:blipFill>
        <p:spPr>
          <a:xfrm>
            <a:off x="16454000" y="8113427"/>
            <a:ext cx="1610600" cy="1549822"/>
          </a:xfrm>
          <a:prstGeom prst="rect">
            <a:avLst/>
          </a:prstGeom>
          <a:noFill/>
          <a:ln>
            <a:noFill/>
          </a:ln>
        </p:spPr>
      </p:pic>
      <p:pic>
        <p:nvPicPr>
          <p:cNvPr id="211" name="Google Shape;211;p15">
            <a:extLst>
              <a:ext uri="{FF2B5EF4-FFF2-40B4-BE49-F238E27FC236}">
                <a16:creationId xmlns:a16="http://schemas.microsoft.com/office/drawing/2014/main" id="{A8A4C3BF-C02E-8E26-476E-A87CD4EF0D0B}"/>
              </a:ext>
            </a:extLst>
          </p:cNvPr>
          <p:cNvPicPr preferRelativeResize="0"/>
          <p:nvPr/>
        </p:nvPicPr>
        <p:blipFill>
          <a:blip r:embed="rId5">
            <a:alphaModFix/>
          </a:blip>
          <a:stretch>
            <a:fillRect/>
          </a:stretch>
        </p:blipFill>
        <p:spPr>
          <a:xfrm>
            <a:off x="0" y="0"/>
            <a:ext cx="1790963" cy="2188275"/>
          </a:xfrm>
          <a:prstGeom prst="rect">
            <a:avLst/>
          </a:prstGeom>
          <a:noFill/>
          <a:ln>
            <a:noFill/>
          </a:ln>
        </p:spPr>
      </p:pic>
      <p:sp>
        <p:nvSpPr>
          <p:cNvPr id="217" name="Google Shape;217;p15">
            <a:extLst>
              <a:ext uri="{FF2B5EF4-FFF2-40B4-BE49-F238E27FC236}">
                <a16:creationId xmlns:a16="http://schemas.microsoft.com/office/drawing/2014/main" id="{498C5F7E-93A7-5CCD-BBC0-C607E0F2BF34}"/>
              </a:ext>
            </a:extLst>
          </p:cNvPr>
          <p:cNvSpPr txBox="1"/>
          <p:nvPr/>
        </p:nvSpPr>
        <p:spPr>
          <a:xfrm>
            <a:off x="3655580" y="6501325"/>
            <a:ext cx="761594" cy="832994"/>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8" name="Google Shape;218;p15">
            <a:extLst>
              <a:ext uri="{FF2B5EF4-FFF2-40B4-BE49-F238E27FC236}">
                <a16:creationId xmlns:a16="http://schemas.microsoft.com/office/drawing/2014/main" id="{54BC0557-6DFA-FAD1-CEF0-F14827A610A6}"/>
              </a:ext>
            </a:extLst>
          </p:cNvPr>
          <p:cNvSpPr txBox="1"/>
          <p:nvPr/>
        </p:nvSpPr>
        <p:spPr>
          <a:xfrm>
            <a:off x="823334" y="1296069"/>
            <a:ext cx="16396342" cy="1231106"/>
          </a:xfrm>
          <a:prstGeom prst="rect">
            <a:avLst/>
          </a:prstGeom>
          <a:noFill/>
          <a:ln>
            <a:noFill/>
          </a:ln>
        </p:spPr>
        <p:txBody>
          <a:bodyPr spcFirstLastPara="1" wrap="square" lIns="0" tIns="0" rIns="0" bIns="0" anchor="t" anchorCtr="0">
            <a:spAutoFit/>
          </a:bodyPr>
          <a:lstStyle/>
          <a:p>
            <a:pPr algn="ctr"/>
            <a:r>
              <a:rPr lang="en-US" sz="8000" dirty="0">
                <a:solidFill>
                  <a:srgbClr val="FFFBED"/>
                </a:solidFill>
                <a:latin typeface="Noto Sans"/>
                <a:ea typeface="Noto Sans"/>
                <a:sym typeface="Noto Sans"/>
              </a:rPr>
              <a:t>Model Specification</a:t>
            </a:r>
            <a:endParaRPr lang="en-US" sz="8000" dirty="0">
              <a:latin typeface="Noto Sans"/>
            </a:endParaRPr>
          </a:p>
        </p:txBody>
      </p:sp>
      <p:sp>
        <p:nvSpPr>
          <p:cNvPr id="220" name="Google Shape;220;p15">
            <a:extLst>
              <a:ext uri="{FF2B5EF4-FFF2-40B4-BE49-F238E27FC236}">
                <a16:creationId xmlns:a16="http://schemas.microsoft.com/office/drawing/2014/main" id="{1FF32EAA-AD01-01E2-2FD0-33F5930D4003}"/>
              </a:ext>
            </a:extLst>
          </p:cNvPr>
          <p:cNvSpPr txBox="1"/>
          <p:nvPr/>
        </p:nvSpPr>
        <p:spPr>
          <a:xfrm>
            <a:off x="3467410" y="3789236"/>
            <a:ext cx="10681865" cy="4001095"/>
          </a:xfrm>
          <a:prstGeom prst="rect">
            <a:avLst/>
          </a:prstGeom>
          <a:noFill/>
          <a:ln>
            <a:noFill/>
          </a:ln>
        </p:spPr>
        <p:txBody>
          <a:bodyPr spcFirstLastPara="1" wrap="square" lIns="0" tIns="0" rIns="0" bIns="0" anchor="t" anchorCtr="0">
            <a:spAutoFit/>
          </a:bodyPr>
          <a:lstStyle/>
          <a:p>
            <a:pPr>
              <a:buChar char="•"/>
            </a:pPr>
            <a:r>
              <a:rPr lang="en-US" sz="3200" b="1" dirty="0">
                <a:ea typeface="Calibri"/>
                <a:sym typeface="Noto Sans"/>
              </a:rPr>
              <a:t>Method</a:t>
            </a:r>
            <a:r>
              <a:rPr lang="en-US" sz="3200" dirty="0">
                <a:ea typeface="Calibri"/>
              </a:rPr>
              <a:t>: Parametric Log-Logistic AFT Model</a:t>
            </a:r>
          </a:p>
          <a:p>
            <a:pPr>
              <a:buChar char="•"/>
            </a:pPr>
            <a:endParaRPr lang="en-US" sz="3200" dirty="0">
              <a:ea typeface="Calibri"/>
            </a:endParaRPr>
          </a:p>
          <a:p>
            <a:pPr>
              <a:buFont typeface="Arial"/>
              <a:buChar char="•"/>
            </a:pPr>
            <a:r>
              <a:rPr lang="en-US" sz="3200" b="1" dirty="0">
                <a:ea typeface="Calibri"/>
              </a:rPr>
              <a:t>Censoring</a:t>
            </a:r>
            <a:r>
              <a:rPr lang="en-US" sz="3200" dirty="0">
                <a:ea typeface="Calibri"/>
              </a:rPr>
              <a:t>: 1 if still alive in 1990</a:t>
            </a:r>
          </a:p>
          <a:p>
            <a:pPr>
              <a:buFont typeface="Arial"/>
              <a:buChar char="•"/>
            </a:pPr>
            <a:endParaRPr lang="en-US" sz="3200" dirty="0">
              <a:ea typeface="Calibri"/>
            </a:endParaRPr>
          </a:p>
          <a:p>
            <a:pPr>
              <a:buFont typeface="Arial"/>
              <a:buChar char="•"/>
            </a:pPr>
            <a:r>
              <a:rPr lang="en-US" sz="3200" dirty="0">
                <a:ea typeface="Calibri"/>
              </a:rPr>
              <a:t>Replicated the “liability of adolescence” concept — mortality peaks around 9–12 months</a:t>
            </a:r>
            <a:endParaRPr lang="en-US" sz="3200"/>
          </a:p>
          <a:p>
            <a:pPr marL="285750" indent="-285750">
              <a:buChar char="•"/>
            </a:pPr>
            <a:endParaRPr lang="en-US" sz="3600" b="1" dirty="0">
              <a:ea typeface="Calibri"/>
            </a:endParaRPr>
          </a:p>
          <a:p>
            <a:endParaRPr lang="en-US" sz="3200" dirty="0">
              <a:ea typeface="Calibri"/>
            </a:endParaRPr>
          </a:p>
        </p:txBody>
      </p:sp>
      <p:grpSp>
        <p:nvGrpSpPr>
          <p:cNvPr id="223" name="Google Shape;223;p15">
            <a:extLst>
              <a:ext uri="{FF2B5EF4-FFF2-40B4-BE49-F238E27FC236}">
                <a16:creationId xmlns:a16="http://schemas.microsoft.com/office/drawing/2014/main" id="{4A46760D-4870-C454-A280-C832C28AE4BA}"/>
              </a:ext>
            </a:extLst>
          </p:cNvPr>
          <p:cNvGrpSpPr/>
          <p:nvPr/>
        </p:nvGrpSpPr>
        <p:grpSpPr>
          <a:xfrm>
            <a:off x="840685" y="9136868"/>
            <a:ext cx="767244" cy="767244"/>
            <a:chOff x="0" y="0"/>
            <a:chExt cx="812800" cy="812800"/>
          </a:xfrm>
        </p:grpSpPr>
        <p:sp>
          <p:nvSpPr>
            <p:cNvPr id="224" name="Google Shape;224;p15">
              <a:extLst>
                <a:ext uri="{FF2B5EF4-FFF2-40B4-BE49-F238E27FC236}">
                  <a16:creationId xmlns:a16="http://schemas.microsoft.com/office/drawing/2014/main" id="{7234854B-82FF-2D43-F508-907179B4ADF6}"/>
                </a:ext>
              </a:extLst>
            </p:cNvPr>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2926E"/>
            </a:solidFill>
            <a:ln>
              <a:noFill/>
            </a:ln>
          </p:spPr>
          <p:txBody>
            <a:bodyPr/>
            <a:lstStyle/>
            <a:p>
              <a:endParaRPr lang="en-US"/>
            </a:p>
          </p:txBody>
        </p:sp>
        <p:sp>
          <p:nvSpPr>
            <p:cNvPr id="225" name="Google Shape;225;p15">
              <a:extLst>
                <a:ext uri="{FF2B5EF4-FFF2-40B4-BE49-F238E27FC236}">
                  <a16:creationId xmlns:a16="http://schemas.microsoft.com/office/drawing/2014/main" id="{9FA073CC-BBB9-611E-829C-8F8A325E2AFC}"/>
                </a:ext>
              </a:extLst>
            </p:cNvPr>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6" name="Google Shape;226;p15">
            <a:extLst>
              <a:ext uri="{FF2B5EF4-FFF2-40B4-BE49-F238E27FC236}">
                <a16:creationId xmlns:a16="http://schemas.microsoft.com/office/drawing/2014/main" id="{B76E87E0-B8CA-7E16-2AD1-3E498B2AD5AB}"/>
              </a:ext>
            </a:extLst>
          </p:cNvPr>
          <p:cNvGrpSpPr/>
          <p:nvPr/>
        </p:nvGrpSpPr>
        <p:grpSpPr>
          <a:xfrm>
            <a:off x="16636155" y="1542510"/>
            <a:ext cx="3303689" cy="3303689"/>
            <a:chOff x="0" y="0"/>
            <a:chExt cx="812800" cy="812800"/>
          </a:xfrm>
        </p:grpSpPr>
        <p:sp>
          <p:nvSpPr>
            <p:cNvPr id="227" name="Google Shape;227;p15">
              <a:extLst>
                <a:ext uri="{FF2B5EF4-FFF2-40B4-BE49-F238E27FC236}">
                  <a16:creationId xmlns:a16="http://schemas.microsoft.com/office/drawing/2014/main" id="{D1E40F24-D72E-B240-B9ED-0DB785D6E409}"/>
                </a:ext>
              </a:extLst>
            </p:cNvPr>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txBody>
            <a:bodyPr/>
            <a:lstStyle/>
            <a:p>
              <a:endParaRPr lang="en-US"/>
            </a:p>
          </p:txBody>
        </p:sp>
        <p:sp>
          <p:nvSpPr>
            <p:cNvPr id="228" name="Google Shape;228;p15">
              <a:extLst>
                <a:ext uri="{FF2B5EF4-FFF2-40B4-BE49-F238E27FC236}">
                  <a16:creationId xmlns:a16="http://schemas.microsoft.com/office/drawing/2014/main" id="{9F4F9D0F-3C04-1327-BC8B-8E2B9A9E088F}"/>
                </a:ext>
              </a:extLst>
            </p:cNvPr>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9" name="Google Shape;229;p15">
            <a:extLst>
              <a:ext uri="{FF2B5EF4-FFF2-40B4-BE49-F238E27FC236}">
                <a16:creationId xmlns:a16="http://schemas.microsoft.com/office/drawing/2014/main" id="{44AC8E74-A3F9-5AA7-D5EE-B60AD245F2F9}"/>
              </a:ext>
            </a:extLst>
          </p:cNvPr>
          <p:cNvGrpSpPr/>
          <p:nvPr/>
        </p:nvGrpSpPr>
        <p:grpSpPr>
          <a:xfrm>
            <a:off x="-556710" y="8676035"/>
            <a:ext cx="1993004" cy="1993004"/>
            <a:chOff x="0" y="0"/>
            <a:chExt cx="812800" cy="812800"/>
          </a:xfrm>
        </p:grpSpPr>
        <p:sp>
          <p:nvSpPr>
            <p:cNvPr id="230" name="Google Shape;230;p15">
              <a:extLst>
                <a:ext uri="{FF2B5EF4-FFF2-40B4-BE49-F238E27FC236}">
                  <a16:creationId xmlns:a16="http://schemas.microsoft.com/office/drawing/2014/main" id="{B17059DC-6F43-D26C-8488-3BBBE237BE88}"/>
                </a:ext>
              </a:extLst>
            </p:cNvPr>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txBody>
            <a:bodyPr/>
            <a:lstStyle/>
            <a:p>
              <a:endParaRPr lang="en-US"/>
            </a:p>
          </p:txBody>
        </p:sp>
        <p:sp>
          <p:nvSpPr>
            <p:cNvPr id="231" name="Google Shape;231;p15">
              <a:extLst>
                <a:ext uri="{FF2B5EF4-FFF2-40B4-BE49-F238E27FC236}">
                  <a16:creationId xmlns:a16="http://schemas.microsoft.com/office/drawing/2014/main" id="{3391741F-B9AC-7126-8953-ED91425B2F93}"/>
                </a:ext>
              </a:extLst>
            </p:cNvPr>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3282154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D395A-8DE6-7AA2-551C-5E64F05B3ED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B27D22C-9EB6-EC5E-8F0B-CC8E13EEE47E}"/>
              </a:ext>
            </a:extLst>
          </p:cNvPr>
          <p:cNvSpPr>
            <a:spLocks noGrp="1"/>
          </p:cNvSpPr>
          <p:nvPr>
            <p:ph type="title"/>
          </p:nvPr>
        </p:nvSpPr>
        <p:spPr>
          <a:xfrm>
            <a:off x="1461257" y="1124175"/>
            <a:ext cx="16147556" cy="1143000"/>
          </a:xfrm>
        </p:spPr>
        <p:txBody>
          <a:bodyPr>
            <a:noAutofit/>
          </a:bodyPr>
          <a:lstStyle/>
          <a:p>
            <a:pPr algn="l"/>
            <a:r>
              <a:rPr lang="en-US" sz="4800" cap="all" dirty="0">
                <a:solidFill>
                  <a:srgbClr val="FFFFFF"/>
                </a:solidFill>
                <a:ea typeface="Calibri Light"/>
                <a:cs typeface="Calibri Light"/>
              </a:rPr>
              <a:t>Mortality rate over time shows a peak around 9–12 months after founding</a:t>
            </a:r>
            <a:endParaRPr lang="en-US" sz="4800" dirty="0">
              <a:solidFill>
                <a:srgbClr val="000000"/>
              </a:solidFill>
              <a:ea typeface="Calibri Light"/>
              <a:cs typeface="Calibri Light"/>
            </a:endParaRPr>
          </a:p>
        </p:txBody>
      </p:sp>
      <p:grpSp>
        <p:nvGrpSpPr>
          <p:cNvPr id="7" name="Google Shape;131;p12">
            <a:extLst>
              <a:ext uri="{FF2B5EF4-FFF2-40B4-BE49-F238E27FC236}">
                <a16:creationId xmlns:a16="http://schemas.microsoft.com/office/drawing/2014/main" id="{A347BB71-A144-97A7-706A-2401B36D5E73}"/>
              </a:ext>
            </a:extLst>
          </p:cNvPr>
          <p:cNvGrpSpPr/>
          <p:nvPr/>
        </p:nvGrpSpPr>
        <p:grpSpPr>
          <a:xfrm>
            <a:off x="731450" y="2532847"/>
            <a:ext cx="8805211" cy="6601203"/>
            <a:chOff x="0" y="-124809"/>
            <a:chExt cx="1318662" cy="1433043"/>
          </a:xfrm>
        </p:grpSpPr>
        <p:sp>
          <p:nvSpPr>
            <p:cNvPr id="5" name="Google Shape;132;p12">
              <a:extLst>
                <a:ext uri="{FF2B5EF4-FFF2-40B4-BE49-F238E27FC236}">
                  <a16:creationId xmlns:a16="http://schemas.microsoft.com/office/drawing/2014/main" id="{797BE278-E1B5-8406-4916-0C8A9B204C4D}"/>
                </a:ext>
              </a:extLst>
            </p:cNvPr>
            <p:cNvSpPr/>
            <p:nvPr/>
          </p:nvSpPr>
          <p:spPr>
            <a:xfrm>
              <a:off x="0" y="0"/>
              <a:ext cx="1264019" cy="1308234"/>
            </a:xfrm>
            <a:custGeom>
              <a:avLst/>
              <a:gdLst/>
              <a:ahLst/>
              <a:cxnLst/>
              <a:rect l="l" t="t" r="r" b="b"/>
              <a:pathLst>
                <a:path w="1264019" h="1308234" extrusionOk="0">
                  <a:moveTo>
                    <a:pt x="30789" y="0"/>
                  </a:moveTo>
                  <a:lnTo>
                    <a:pt x="1233230" y="0"/>
                  </a:lnTo>
                  <a:cubicBezTo>
                    <a:pt x="1241396" y="0"/>
                    <a:pt x="1249227" y="3244"/>
                    <a:pt x="1255001" y="9018"/>
                  </a:cubicBezTo>
                  <a:cubicBezTo>
                    <a:pt x="1260776" y="14792"/>
                    <a:pt x="1264019" y="22623"/>
                    <a:pt x="1264019" y="30789"/>
                  </a:cubicBezTo>
                  <a:lnTo>
                    <a:pt x="1264019" y="1277445"/>
                  </a:lnTo>
                  <a:cubicBezTo>
                    <a:pt x="1264019" y="1285611"/>
                    <a:pt x="1260776" y="1293442"/>
                    <a:pt x="1255001" y="1299216"/>
                  </a:cubicBezTo>
                  <a:cubicBezTo>
                    <a:pt x="1249227" y="1304990"/>
                    <a:pt x="1241396" y="1308234"/>
                    <a:pt x="1233230" y="1308234"/>
                  </a:cubicBezTo>
                  <a:lnTo>
                    <a:pt x="30789" y="1308234"/>
                  </a:lnTo>
                  <a:cubicBezTo>
                    <a:pt x="22623" y="1308234"/>
                    <a:pt x="14792" y="1304990"/>
                    <a:pt x="9018" y="1299216"/>
                  </a:cubicBezTo>
                  <a:cubicBezTo>
                    <a:pt x="3244" y="1293442"/>
                    <a:pt x="0" y="1285611"/>
                    <a:pt x="0" y="1277445"/>
                  </a:cubicBezTo>
                  <a:lnTo>
                    <a:pt x="0" y="30789"/>
                  </a:lnTo>
                  <a:cubicBezTo>
                    <a:pt x="0" y="22623"/>
                    <a:pt x="3244" y="14792"/>
                    <a:pt x="9018" y="9018"/>
                  </a:cubicBezTo>
                  <a:cubicBezTo>
                    <a:pt x="14792" y="3244"/>
                    <a:pt x="22623" y="0"/>
                    <a:pt x="30789" y="0"/>
                  </a:cubicBezTo>
                  <a:close/>
                </a:path>
              </a:pathLst>
            </a:custGeom>
            <a:solidFill>
              <a:srgbClr val="FFF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33;p12">
              <a:extLst>
                <a:ext uri="{FF2B5EF4-FFF2-40B4-BE49-F238E27FC236}">
                  <a16:creationId xmlns:a16="http://schemas.microsoft.com/office/drawing/2014/main" id="{C08372A7-B121-B3A4-C8D7-573BE8E5C91F}"/>
                </a:ext>
              </a:extLst>
            </p:cNvPr>
            <p:cNvSpPr txBox="1"/>
            <p:nvPr/>
          </p:nvSpPr>
          <p:spPr>
            <a:xfrm>
              <a:off x="0" y="-124809"/>
              <a:ext cx="1318662" cy="143304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 name="TextBox 11">
            <a:extLst>
              <a:ext uri="{FF2B5EF4-FFF2-40B4-BE49-F238E27FC236}">
                <a16:creationId xmlns:a16="http://schemas.microsoft.com/office/drawing/2014/main" id="{8143872C-EDA4-07AE-2736-60F9D8257B1C}"/>
              </a:ext>
            </a:extLst>
          </p:cNvPr>
          <p:cNvSpPr txBox="1"/>
          <p:nvPr/>
        </p:nvSpPr>
        <p:spPr>
          <a:xfrm>
            <a:off x="726858" y="3322413"/>
            <a:ext cx="8147797" cy="54784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742950" indent="-457200">
              <a:spcAft>
                <a:spcPts val="2000"/>
              </a:spcAft>
              <a:buChar char="•"/>
            </a:pPr>
            <a:r>
              <a:rPr lang="en-US" sz="3000" dirty="0">
                <a:ea typeface="Calibri"/>
                <a:cs typeface="Calibri"/>
              </a:rPr>
              <a:t>This reflects a “</a:t>
            </a:r>
            <a:r>
              <a:rPr lang="en-US" sz="3000" i="1" dirty="0">
                <a:ea typeface="Calibri"/>
                <a:cs typeface="Calibri"/>
              </a:rPr>
              <a:t>liability of adolescence</a:t>
            </a:r>
            <a:r>
              <a:rPr lang="en-US" sz="3000" dirty="0">
                <a:ea typeface="Calibri"/>
                <a:cs typeface="Calibri"/>
              </a:rPr>
              <a:t>” — firms often survive early months on initial resources, but risk peaks shortly after</a:t>
            </a:r>
            <a:endParaRPr lang="en-US" dirty="0">
              <a:ea typeface="Calibri"/>
              <a:cs typeface="Calibri"/>
            </a:endParaRPr>
          </a:p>
          <a:p>
            <a:pPr marL="742950" indent="-457200">
              <a:spcAft>
                <a:spcPts val="2000"/>
              </a:spcAft>
              <a:buChar char="•"/>
            </a:pPr>
            <a:r>
              <a:rPr lang="en-US" sz="3000" b="1" dirty="0">
                <a:ea typeface="Calibri"/>
              </a:rPr>
              <a:t>Inverted U-shaped mortality</a:t>
            </a:r>
            <a:r>
              <a:rPr lang="en-US" sz="3000" dirty="0">
                <a:ea typeface="Calibri"/>
              </a:rPr>
              <a:t> — firms are most at risk around 9–12 months</a:t>
            </a:r>
            <a:endParaRPr lang="en-US" sz="3000" dirty="0">
              <a:ea typeface="Calibri"/>
              <a:cs typeface="Calibri"/>
            </a:endParaRPr>
          </a:p>
          <a:p>
            <a:pPr marL="742950" indent="-457200">
              <a:spcAft>
                <a:spcPts val="2000"/>
              </a:spcAft>
              <a:buChar char="•"/>
            </a:pPr>
            <a:r>
              <a:rPr lang="en-US" sz="3000" dirty="0">
                <a:ea typeface="Calibri"/>
                <a:cs typeface="Calibri"/>
              </a:rPr>
              <a:t>The curve </a:t>
            </a:r>
            <a:r>
              <a:rPr lang="en-US" sz="3000" b="1" dirty="0">
                <a:ea typeface="Calibri"/>
                <a:cs typeface="Calibri"/>
              </a:rPr>
              <a:t>declines </a:t>
            </a:r>
            <a:r>
              <a:rPr lang="en-US" sz="3000" dirty="0">
                <a:ea typeface="Calibri"/>
                <a:cs typeface="Calibri"/>
              </a:rPr>
              <a:t>afterward, showing survival improves for businesses that last past the critical first year</a:t>
            </a:r>
            <a:endParaRPr lang="en-US" dirty="0">
              <a:ea typeface="Calibri"/>
              <a:cs typeface="Calibri"/>
            </a:endParaRPr>
          </a:p>
          <a:p>
            <a:pPr marL="742950" indent="-457200">
              <a:spcAft>
                <a:spcPts val="2000"/>
              </a:spcAft>
              <a:buChar char="•"/>
            </a:pPr>
            <a:r>
              <a:rPr lang="en-US" sz="3000" b="1" dirty="0">
                <a:ea typeface="Calibri"/>
                <a:cs typeface="Calibri"/>
              </a:rPr>
              <a:t>Dashed line</a:t>
            </a:r>
            <a:r>
              <a:rPr lang="en-US" sz="3000" dirty="0">
                <a:ea typeface="Calibri"/>
                <a:cs typeface="Calibri"/>
              </a:rPr>
              <a:t>: fitted hazard model; Step function: life-table estimate from raw data</a:t>
            </a:r>
            <a:endParaRPr lang="en-US" dirty="0">
              <a:ea typeface="Calibri"/>
              <a:cs typeface="Calibri"/>
            </a:endParaRPr>
          </a:p>
        </p:txBody>
      </p:sp>
      <p:pic>
        <p:nvPicPr>
          <p:cNvPr id="2" name="Picture 1" descr="A graph of a number of cases&#10;&#10;AI-generated content may be incorrect.">
            <a:extLst>
              <a:ext uri="{FF2B5EF4-FFF2-40B4-BE49-F238E27FC236}">
                <a16:creationId xmlns:a16="http://schemas.microsoft.com/office/drawing/2014/main" id="{9F6AC997-A73D-86C3-65D4-0D9C5FC9799E}"/>
              </a:ext>
            </a:extLst>
          </p:cNvPr>
          <p:cNvPicPr>
            <a:picLocks noChangeAspect="1"/>
          </p:cNvPicPr>
          <p:nvPr/>
        </p:nvPicPr>
        <p:blipFill>
          <a:blip r:embed="rId3"/>
          <a:srcRect l="-56" t="55" b="17920"/>
          <a:stretch/>
        </p:blipFill>
        <p:spPr>
          <a:xfrm>
            <a:off x="9541626" y="3377197"/>
            <a:ext cx="8387498" cy="4965394"/>
          </a:xfrm>
          <a:prstGeom prst="rect">
            <a:avLst/>
          </a:prstGeom>
        </p:spPr>
      </p:pic>
    </p:spTree>
    <p:extLst>
      <p:ext uri="{BB962C8B-B14F-4D97-AF65-F5344CB8AC3E}">
        <p14:creationId xmlns:p14="http://schemas.microsoft.com/office/powerpoint/2010/main" val="2333021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5B6B5F"/>
        </a:solidFill>
        <a:effectLst/>
      </p:bgPr>
    </p:bg>
    <p:spTree>
      <p:nvGrpSpPr>
        <p:cNvPr id="1" name="Shape 237"/>
        <p:cNvGrpSpPr/>
        <p:nvPr/>
      </p:nvGrpSpPr>
      <p:grpSpPr>
        <a:xfrm>
          <a:off x="0" y="0"/>
          <a:ext cx="0" cy="0"/>
          <a:chOff x="0" y="0"/>
          <a:chExt cx="0" cy="0"/>
        </a:xfrm>
      </p:grpSpPr>
      <p:sp>
        <p:nvSpPr>
          <p:cNvPr id="250" name="Google Shape;250;p16"/>
          <p:cNvSpPr txBox="1"/>
          <p:nvPr/>
        </p:nvSpPr>
        <p:spPr>
          <a:xfrm>
            <a:off x="2855580" y="746161"/>
            <a:ext cx="12576840" cy="1384995"/>
          </a:xfrm>
          <a:prstGeom prst="rect">
            <a:avLst/>
          </a:prstGeom>
          <a:noFill/>
          <a:ln>
            <a:noFill/>
          </a:ln>
        </p:spPr>
        <p:txBody>
          <a:bodyPr spcFirstLastPara="1" wrap="square" lIns="0" tIns="0" rIns="0" bIns="0" anchor="t" anchorCtr="0">
            <a:spAutoFit/>
          </a:bodyPr>
          <a:lstStyle/>
          <a:p>
            <a:pPr algn="ctr"/>
            <a:r>
              <a:rPr lang="en-US" sz="9000" b="1">
                <a:solidFill>
                  <a:srgbClr val="FFFBED"/>
                </a:solidFill>
                <a:latin typeface="Noto Sans"/>
                <a:ea typeface="Noto Sans"/>
                <a:sym typeface="Noto Sans"/>
              </a:rPr>
              <a:t>Key Statistical Results</a:t>
            </a:r>
            <a:endParaRPr lang="en-US">
              <a:latin typeface="Noto Sans"/>
            </a:endParaRPr>
          </a:p>
        </p:txBody>
      </p:sp>
      <p:grpSp>
        <p:nvGrpSpPr>
          <p:cNvPr id="255" name="Google Shape;255;p16"/>
          <p:cNvGrpSpPr/>
          <p:nvPr/>
        </p:nvGrpSpPr>
        <p:grpSpPr>
          <a:xfrm>
            <a:off x="16844823" y="1028700"/>
            <a:ext cx="876182" cy="876182"/>
            <a:chOff x="0" y="0"/>
            <a:chExt cx="812800" cy="812800"/>
          </a:xfrm>
        </p:grpSpPr>
        <p:sp>
          <p:nvSpPr>
            <p:cNvPr id="256" name="Google Shape;256;p16"/>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2926E"/>
            </a:solidFill>
            <a:ln>
              <a:noFill/>
            </a:ln>
          </p:spPr>
          <p:txBody>
            <a:bodyPr/>
            <a:lstStyle/>
            <a:p>
              <a:endParaRPr lang="en-US"/>
            </a:p>
          </p:txBody>
        </p:sp>
        <p:sp>
          <p:nvSpPr>
            <p:cNvPr id="257" name="Google Shape;257;p16"/>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8" name="Google Shape;258;p16"/>
          <p:cNvGrpSpPr/>
          <p:nvPr/>
        </p:nvGrpSpPr>
        <p:grpSpPr>
          <a:xfrm>
            <a:off x="16167854" y="360563"/>
            <a:ext cx="1353937" cy="1353937"/>
            <a:chOff x="0" y="0"/>
            <a:chExt cx="812800" cy="812800"/>
          </a:xfrm>
        </p:grpSpPr>
        <p:sp>
          <p:nvSpPr>
            <p:cNvPr id="259" name="Google Shape;259;p16"/>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txBody>
            <a:bodyPr/>
            <a:lstStyle/>
            <a:p>
              <a:endParaRPr lang="en-US"/>
            </a:p>
          </p:txBody>
        </p:sp>
        <p:sp>
          <p:nvSpPr>
            <p:cNvPr id="260" name="Google Shape;260;p16"/>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1" name="Google Shape;261;p16"/>
          <p:cNvGrpSpPr/>
          <p:nvPr/>
        </p:nvGrpSpPr>
        <p:grpSpPr>
          <a:xfrm>
            <a:off x="17296297" y="8163104"/>
            <a:ext cx="3203925" cy="3203925"/>
            <a:chOff x="0" y="0"/>
            <a:chExt cx="812800" cy="812800"/>
          </a:xfrm>
        </p:grpSpPr>
        <p:sp>
          <p:nvSpPr>
            <p:cNvPr id="262" name="Google Shape;262;p16"/>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txBody>
            <a:bodyPr/>
            <a:lstStyle/>
            <a:p>
              <a:endParaRPr lang="en-US"/>
            </a:p>
          </p:txBody>
        </p:sp>
        <p:sp>
          <p:nvSpPr>
            <p:cNvPr id="263" name="Google Shape;263;p16"/>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266" name="Google Shape;266;p16"/>
          <p:cNvPicPr preferRelativeResize="0"/>
          <p:nvPr/>
        </p:nvPicPr>
        <p:blipFill>
          <a:blip r:embed="rId3">
            <a:alphaModFix/>
          </a:blip>
          <a:stretch>
            <a:fillRect/>
          </a:stretch>
        </p:blipFill>
        <p:spPr>
          <a:xfrm>
            <a:off x="1021725" y="740450"/>
            <a:ext cx="1353975" cy="1452702"/>
          </a:xfrm>
          <a:prstGeom prst="rect">
            <a:avLst/>
          </a:prstGeom>
          <a:noFill/>
          <a:ln>
            <a:noFill/>
          </a:ln>
        </p:spPr>
      </p:pic>
      <p:pic>
        <p:nvPicPr>
          <p:cNvPr id="267" name="Google Shape;267;p16"/>
          <p:cNvPicPr preferRelativeResize="0"/>
          <p:nvPr/>
        </p:nvPicPr>
        <p:blipFill>
          <a:blip r:embed="rId4">
            <a:alphaModFix/>
          </a:blip>
          <a:stretch>
            <a:fillRect/>
          </a:stretch>
        </p:blipFill>
        <p:spPr>
          <a:xfrm>
            <a:off x="1021720" y="3428991"/>
            <a:ext cx="717075" cy="783359"/>
          </a:xfrm>
          <a:prstGeom prst="rect">
            <a:avLst/>
          </a:prstGeom>
          <a:noFill/>
          <a:ln>
            <a:noFill/>
          </a:ln>
        </p:spPr>
      </p:pic>
      <p:pic>
        <p:nvPicPr>
          <p:cNvPr id="268" name="Google Shape;268;p16"/>
          <p:cNvPicPr preferRelativeResize="0"/>
          <p:nvPr/>
        </p:nvPicPr>
        <p:blipFill>
          <a:blip r:embed="rId5">
            <a:alphaModFix/>
          </a:blip>
          <a:stretch>
            <a:fillRect/>
          </a:stretch>
        </p:blipFill>
        <p:spPr>
          <a:xfrm>
            <a:off x="-473710" y="8162562"/>
            <a:ext cx="2972875" cy="2386591"/>
          </a:xfrm>
          <a:prstGeom prst="rect">
            <a:avLst/>
          </a:prstGeom>
          <a:noFill/>
          <a:ln>
            <a:noFill/>
          </a:ln>
        </p:spPr>
      </p:pic>
      <p:pic>
        <p:nvPicPr>
          <p:cNvPr id="269" name="Google Shape;269;p16"/>
          <p:cNvPicPr preferRelativeResize="0"/>
          <p:nvPr/>
        </p:nvPicPr>
        <p:blipFill>
          <a:blip r:embed="rId6">
            <a:alphaModFix/>
          </a:blip>
          <a:stretch>
            <a:fillRect/>
          </a:stretch>
        </p:blipFill>
        <p:spPr>
          <a:xfrm>
            <a:off x="15601220" y="6102399"/>
            <a:ext cx="1353975" cy="1477063"/>
          </a:xfrm>
          <a:prstGeom prst="rect">
            <a:avLst/>
          </a:prstGeom>
          <a:noFill/>
          <a:ln>
            <a:noFill/>
          </a:ln>
        </p:spPr>
      </p:pic>
      <p:grpSp>
        <p:nvGrpSpPr>
          <p:cNvPr id="6" name="Google Shape;131;p12">
            <a:extLst>
              <a:ext uri="{FF2B5EF4-FFF2-40B4-BE49-F238E27FC236}">
                <a16:creationId xmlns:a16="http://schemas.microsoft.com/office/drawing/2014/main" id="{A3A7E34A-7E44-1FA0-252D-31B36C9DF38A}"/>
              </a:ext>
            </a:extLst>
          </p:cNvPr>
          <p:cNvGrpSpPr/>
          <p:nvPr/>
        </p:nvGrpSpPr>
        <p:grpSpPr>
          <a:xfrm>
            <a:off x="472025" y="1420803"/>
            <a:ext cx="9893875" cy="8727793"/>
            <a:chOff x="0" y="-124809"/>
            <a:chExt cx="1464829" cy="1433043"/>
          </a:xfrm>
        </p:grpSpPr>
        <p:sp>
          <p:nvSpPr>
            <p:cNvPr id="4" name="Google Shape;132;p12">
              <a:extLst>
                <a:ext uri="{FF2B5EF4-FFF2-40B4-BE49-F238E27FC236}">
                  <a16:creationId xmlns:a16="http://schemas.microsoft.com/office/drawing/2014/main" id="{084F685D-5135-A765-5AC9-40B219DFB4F3}"/>
                </a:ext>
              </a:extLst>
            </p:cNvPr>
            <p:cNvSpPr/>
            <p:nvPr/>
          </p:nvSpPr>
          <p:spPr>
            <a:xfrm>
              <a:off x="6694" y="2458"/>
              <a:ext cx="1458135" cy="1305776"/>
            </a:xfrm>
            <a:custGeom>
              <a:avLst/>
              <a:gdLst/>
              <a:ahLst/>
              <a:cxnLst/>
              <a:rect l="l" t="t" r="r" b="b"/>
              <a:pathLst>
                <a:path w="1264019" h="1308234" extrusionOk="0">
                  <a:moveTo>
                    <a:pt x="30789" y="0"/>
                  </a:moveTo>
                  <a:lnTo>
                    <a:pt x="1233230" y="0"/>
                  </a:lnTo>
                  <a:cubicBezTo>
                    <a:pt x="1241396" y="0"/>
                    <a:pt x="1249227" y="3244"/>
                    <a:pt x="1255001" y="9018"/>
                  </a:cubicBezTo>
                  <a:cubicBezTo>
                    <a:pt x="1260776" y="14792"/>
                    <a:pt x="1264019" y="22623"/>
                    <a:pt x="1264019" y="30789"/>
                  </a:cubicBezTo>
                  <a:lnTo>
                    <a:pt x="1264019" y="1277445"/>
                  </a:lnTo>
                  <a:cubicBezTo>
                    <a:pt x="1264019" y="1285611"/>
                    <a:pt x="1260776" y="1293442"/>
                    <a:pt x="1255001" y="1299216"/>
                  </a:cubicBezTo>
                  <a:cubicBezTo>
                    <a:pt x="1249227" y="1304990"/>
                    <a:pt x="1241396" y="1308234"/>
                    <a:pt x="1233230" y="1308234"/>
                  </a:cubicBezTo>
                  <a:lnTo>
                    <a:pt x="30789" y="1308234"/>
                  </a:lnTo>
                  <a:cubicBezTo>
                    <a:pt x="22623" y="1308234"/>
                    <a:pt x="14792" y="1304990"/>
                    <a:pt x="9018" y="1299216"/>
                  </a:cubicBezTo>
                  <a:cubicBezTo>
                    <a:pt x="3244" y="1293442"/>
                    <a:pt x="0" y="1285611"/>
                    <a:pt x="0" y="1277445"/>
                  </a:cubicBezTo>
                  <a:lnTo>
                    <a:pt x="0" y="30789"/>
                  </a:lnTo>
                  <a:cubicBezTo>
                    <a:pt x="0" y="22623"/>
                    <a:pt x="3244" y="14792"/>
                    <a:pt x="9018" y="9018"/>
                  </a:cubicBezTo>
                  <a:cubicBezTo>
                    <a:pt x="14792" y="3244"/>
                    <a:pt x="22623" y="0"/>
                    <a:pt x="30789" y="0"/>
                  </a:cubicBezTo>
                  <a:close/>
                </a:path>
              </a:pathLst>
            </a:custGeom>
            <a:solidFill>
              <a:srgbClr val="FFF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33;p12">
              <a:extLst>
                <a:ext uri="{FF2B5EF4-FFF2-40B4-BE49-F238E27FC236}">
                  <a16:creationId xmlns:a16="http://schemas.microsoft.com/office/drawing/2014/main" id="{2D10DAF5-A4B1-47B0-B4E5-2061216B3CF8}"/>
                </a:ext>
              </a:extLst>
            </p:cNvPr>
            <p:cNvSpPr txBox="1"/>
            <p:nvPr/>
          </p:nvSpPr>
          <p:spPr>
            <a:xfrm>
              <a:off x="0" y="-124809"/>
              <a:ext cx="1318662" cy="143304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 name="TextBox 1">
            <a:extLst>
              <a:ext uri="{FF2B5EF4-FFF2-40B4-BE49-F238E27FC236}">
                <a16:creationId xmlns:a16="http://schemas.microsoft.com/office/drawing/2014/main" id="{FF0ACBD8-3DDF-6E39-F599-9CA15A10FE23}"/>
              </a:ext>
            </a:extLst>
          </p:cNvPr>
          <p:cNvSpPr txBox="1"/>
          <p:nvPr/>
        </p:nvSpPr>
        <p:spPr>
          <a:xfrm>
            <a:off x="521450" y="2255027"/>
            <a:ext cx="9819199" cy="79258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dirty="0">
                <a:ea typeface="Calibri"/>
                <a:cs typeface="Calibri"/>
              </a:rPr>
              <a:t>Human Capital:</a:t>
            </a:r>
          </a:p>
          <a:p>
            <a:pPr marL="342900" lvl="1" indent="-342900">
              <a:buChar char="•"/>
            </a:pPr>
            <a:r>
              <a:rPr lang="en-US" sz="2600" dirty="0">
                <a:ea typeface="Calibri"/>
                <a:cs typeface="Calibri"/>
              </a:rPr>
              <a:t>Years of schooling: coefficient = -0.054, t = 3.18 (significant)</a:t>
            </a:r>
          </a:p>
          <a:p>
            <a:pPr marL="342900" lvl="1" indent="-342900">
              <a:buChar char="•"/>
            </a:pPr>
            <a:r>
              <a:rPr lang="en-US" sz="2600" dirty="0">
                <a:ea typeface="Calibri"/>
                <a:cs typeface="Calibri"/>
              </a:rPr>
              <a:t>Work experience: positive effect; diminishing returns (squared term significant)</a:t>
            </a:r>
          </a:p>
          <a:p>
            <a:pPr marL="342900" lvl="1" indent="-342900">
              <a:buChar char="•"/>
            </a:pPr>
            <a:r>
              <a:rPr lang="en-US" sz="2600" dirty="0">
                <a:ea typeface="Calibri"/>
                <a:cs typeface="Calibri"/>
              </a:rPr>
              <a:t>Industry-specific experience: coefficient = -0.332, t = 3.53 (highly significant)</a:t>
            </a:r>
          </a:p>
          <a:p>
            <a:pPr marL="342900" lvl="1" indent="-342900">
              <a:buChar char="•"/>
            </a:pPr>
            <a:r>
              <a:rPr lang="en-US" sz="2600" dirty="0">
                <a:ea typeface="Calibri"/>
                <a:cs typeface="Calibri"/>
              </a:rPr>
              <a:t>Other factors (self-employment, leadership, parental background) had weaker or insignificant effects in multivariate model</a:t>
            </a:r>
          </a:p>
          <a:p>
            <a:pPr lvl="1"/>
            <a:endParaRPr lang="en-US" sz="2600" b="1" dirty="0">
              <a:ea typeface="Calibri"/>
              <a:cs typeface="Calibri"/>
            </a:endParaRPr>
          </a:p>
          <a:p>
            <a:pPr lvl="1"/>
            <a:r>
              <a:rPr lang="en-US" sz="2600" b="1" dirty="0">
                <a:ea typeface="Calibri"/>
                <a:cs typeface="Calibri"/>
              </a:rPr>
              <a:t>Organizational Characteristics:</a:t>
            </a:r>
          </a:p>
          <a:p>
            <a:pPr marL="342900" lvl="1" indent="-342900">
              <a:buChar char="•"/>
            </a:pPr>
            <a:r>
              <a:rPr lang="en-US" sz="2600" dirty="0">
                <a:ea typeface="Calibri"/>
                <a:cs typeface="Calibri"/>
              </a:rPr>
              <a:t>Follower businesses: coefficient = -0.446, t = 3.46 (significantly lower failure risk)</a:t>
            </a:r>
          </a:p>
          <a:p>
            <a:pPr marL="342900" lvl="1" indent="-342900">
              <a:buChar char="•"/>
            </a:pPr>
            <a:r>
              <a:rPr lang="en-US" sz="2600" dirty="0">
                <a:ea typeface="Calibri"/>
                <a:cs typeface="Calibri"/>
              </a:rPr>
              <a:t>Affiliated businesses: coefficient = +0.278, t = 2.06 (higher failure risk)</a:t>
            </a:r>
          </a:p>
          <a:p>
            <a:pPr marL="342900" lvl="1" indent="-342900">
              <a:buChar char="•"/>
            </a:pPr>
            <a:r>
              <a:rPr lang="en-US" sz="2600" dirty="0">
                <a:ea typeface="Calibri"/>
                <a:cs typeface="Calibri"/>
              </a:rPr>
              <a:t>Capital invested (log): coefficient = -0.034, t = 3.40</a:t>
            </a:r>
          </a:p>
          <a:p>
            <a:pPr marL="342900" lvl="1" indent="-342900">
              <a:buChar char="•"/>
            </a:pPr>
            <a:r>
              <a:rPr lang="en-US" sz="2600" dirty="0">
                <a:ea typeface="Calibri"/>
                <a:cs typeface="Calibri"/>
              </a:rPr>
              <a:t>Number of employees (log): coefficient = -0.451, t = 5.01</a:t>
            </a:r>
          </a:p>
          <a:p>
            <a:pPr marL="342900" lvl="1" indent="-342900">
              <a:buChar char="•"/>
            </a:pPr>
            <a:r>
              <a:rPr lang="en-US" sz="2600" dirty="0">
                <a:ea typeface="Calibri"/>
                <a:cs typeface="Calibri"/>
              </a:rPr>
              <a:t>Registered firms: coefficient = -0.793, t = 4.48 (strongest effect in size variables)</a:t>
            </a:r>
          </a:p>
        </p:txBody>
      </p:sp>
      <p:grpSp>
        <p:nvGrpSpPr>
          <p:cNvPr id="11" name="Google Shape;131;p12">
            <a:extLst>
              <a:ext uri="{FF2B5EF4-FFF2-40B4-BE49-F238E27FC236}">
                <a16:creationId xmlns:a16="http://schemas.microsoft.com/office/drawing/2014/main" id="{CF831EDA-6125-F284-A2B2-DCCF0C0F2BA8}"/>
              </a:ext>
            </a:extLst>
          </p:cNvPr>
          <p:cNvGrpSpPr/>
          <p:nvPr/>
        </p:nvGrpSpPr>
        <p:grpSpPr>
          <a:xfrm>
            <a:off x="10725535" y="1455002"/>
            <a:ext cx="7526083" cy="8683261"/>
            <a:chOff x="0" y="-124809"/>
            <a:chExt cx="1318662" cy="1433043"/>
          </a:xfrm>
        </p:grpSpPr>
        <p:sp>
          <p:nvSpPr>
            <p:cNvPr id="12" name="Google Shape;132;p12">
              <a:extLst>
                <a:ext uri="{FF2B5EF4-FFF2-40B4-BE49-F238E27FC236}">
                  <a16:creationId xmlns:a16="http://schemas.microsoft.com/office/drawing/2014/main" id="{3CC4762A-DF8F-037F-8393-94C24F326D88}"/>
                </a:ext>
              </a:extLst>
            </p:cNvPr>
            <p:cNvSpPr/>
            <p:nvPr/>
          </p:nvSpPr>
          <p:spPr>
            <a:xfrm>
              <a:off x="0" y="0"/>
              <a:ext cx="1264019" cy="1308234"/>
            </a:xfrm>
            <a:custGeom>
              <a:avLst/>
              <a:gdLst/>
              <a:ahLst/>
              <a:cxnLst/>
              <a:rect l="l" t="t" r="r" b="b"/>
              <a:pathLst>
                <a:path w="1264019" h="1308234" extrusionOk="0">
                  <a:moveTo>
                    <a:pt x="30789" y="0"/>
                  </a:moveTo>
                  <a:lnTo>
                    <a:pt x="1233230" y="0"/>
                  </a:lnTo>
                  <a:cubicBezTo>
                    <a:pt x="1241396" y="0"/>
                    <a:pt x="1249227" y="3244"/>
                    <a:pt x="1255001" y="9018"/>
                  </a:cubicBezTo>
                  <a:cubicBezTo>
                    <a:pt x="1260776" y="14792"/>
                    <a:pt x="1264019" y="22623"/>
                    <a:pt x="1264019" y="30789"/>
                  </a:cubicBezTo>
                  <a:lnTo>
                    <a:pt x="1264019" y="1277445"/>
                  </a:lnTo>
                  <a:cubicBezTo>
                    <a:pt x="1264019" y="1285611"/>
                    <a:pt x="1260776" y="1293442"/>
                    <a:pt x="1255001" y="1299216"/>
                  </a:cubicBezTo>
                  <a:cubicBezTo>
                    <a:pt x="1249227" y="1304990"/>
                    <a:pt x="1241396" y="1308234"/>
                    <a:pt x="1233230" y="1308234"/>
                  </a:cubicBezTo>
                  <a:lnTo>
                    <a:pt x="30789" y="1308234"/>
                  </a:lnTo>
                  <a:cubicBezTo>
                    <a:pt x="22623" y="1308234"/>
                    <a:pt x="14792" y="1304990"/>
                    <a:pt x="9018" y="1299216"/>
                  </a:cubicBezTo>
                  <a:cubicBezTo>
                    <a:pt x="3244" y="1293442"/>
                    <a:pt x="0" y="1285611"/>
                    <a:pt x="0" y="1277445"/>
                  </a:cubicBezTo>
                  <a:lnTo>
                    <a:pt x="0" y="30789"/>
                  </a:lnTo>
                  <a:cubicBezTo>
                    <a:pt x="0" y="22623"/>
                    <a:pt x="3244" y="14792"/>
                    <a:pt x="9018" y="9018"/>
                  </a:cubicBezTo>
                  <a:cubicBezTo>
                    <a:pt x="14792" y="3244"/>
                    <a:pt x="22623" y="0"/>
                    <a:pt x="30789" y="0"/>
                  </a:cubicBezTo>
                  <a:close/>
                </a:path>
              </a:pathLst>
            </a:custGeom>
            <a:solidFill>
              <a:srgbClr val="FFF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3;p12">
              <a:extLst>
                <a:ext uri="{FF2B5EF4-FFF2-40B4-BE49-F238E27FC236}">
                  <a16:creationId xmlns:a16="http://schemas.microsoft.com/office/drawing/2014/main" id="{355B7C34-BF29-DDC2-83E1-F67E31958E5A}"/>
                </a:ext>
              </a:extLst>
            </p:cNvPr>
            <p:cNvSpPr txBox="1"/>
            <p:nvPr/>
          </p:nvSpPr>
          <p:spPr>
            <a:xfrm>
              <a:off x="0" y="-124809"/>
              <a:ext cx="1318662" cy="143304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7" name="TextBox 6">
            <a:extLst>
              <a:ext uri="{FF2B5EF4-FFF2-40B4-BE49-F238E27FC236}">
                <a16:creationId xmlns:a16="http://schemas.microsoft.com/office/drawing/2014/main" id="{62736A36-FE7C-7423-3768-1710BDDD1A12}"/>
              </a:ext>
            </a:extLst>
          </p:cNvPr>
          <p:cNvSpPr txBox="1"/>
          <p:nvPr/>
        </p:nvSpPr>
        <p:spPr>
          <a:xfrm>
            <a:off x="10985387" y="2574036"/>
            <a:ext cx="6521929" cy="54938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700" b="1" dirty="0"/>
              <a:t>Strategy Effects:</a:t>
            </a:r>
            <a:r>
              <a:rPr lang="en-US" sz="2700" dirty="0"/>
              <a:t>​</a:t>
            </a:r>
          </a:p>
          <a:p>
            <a:pPr marL="342900" lvl="1" indent="-342900">
              <a:buFont typeface="Arial,Sans-Serif"/>
              <a:buChar char="•"/>
            </a:pPr>
            <a:r>
              <a:rPr lang="en-US" sz="2700" dirty="0"/>
              <a:t>National market: coefficient = -0.363, t = 3.59 (significant)​</a:t>
            </a:r>
          </a:p>
          <a:p>
            <a:pPr marL="342900" lvl="1" indent="-342900">
              <a:buFont typeface="Arial,Sans-Serif"/>
              <a:buChar char="•"/>
            </a:pPr>
            <a:r>
              <a:rPr lang="en-US" sz="2700" dirty="0"/>
              <a:t>Specialist and innovative strategies: weak or borderline significance​</a:t>
            </a:r>
          </a:p>
          <a:p>
            <a:r>
              <a:rPr lang="en-US" sz="2700" dirty="0"/>
              <a:t>​</a:t>
            </a:r>
          </a:p>
          <a:p>
            <a:endParaRPr lang="en-US" sz="2700" dirty="0"/>
          </a:p>
          <a:p>
            <a:r>
              <a:rPr lang="en-US" sz="2700" b="1" dirty="0"/>
              <a:t>Environment Effects:</a:t>
            </a:r>
            <a:r>
              <a:rPr lang="en-US" sz="2700" dirty="0"/>
              <a:t>​</a:t>
            </a:r>
          </a:p>
          <a:p>
            <a:pPr marL="342900" lvl="1" indent="-342900">
              <a:buFont typeface="Arial,Sans-Serif"/>
              <a:buChar char="•"/>
            </a:pPr>
            <a:r>
              <a:rPr lang="en-US" sz="2700" dirty="0"/>
              <a:t>Location in Munich: not statistically significant​</a:t>
            </a:r>
          </a:p>
          <a:p>
            <a:pPr marL="342900" lvl="1" indent="-342900">
              <a:buFont typeface="Arial,Sans-Serif"/>
              <a:buChar char="•"/>
            </a:pPr>
            <a:r>
              <a:rPr lang="en-US" sz="2700" dirty="0"/>
              <a:t>Industries with high clustering of orders had better survival (coefficient = -0.519, t = 3.90)​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5B6B5F"/>
        </a:solidFill>
        <a:effectLst/>
      </p:bgPr>
    </p:bg>
    <p:spTree>
      <p:nvGrpSpPr>
        <p:cNvPr id="1" name="Shape 273"/>
        <p:cNvGrpSpPr/>
        <p:nvPr/>
      </p:nvGrpSpPr>
      <p:grpSpPr>
        <a:xfrm>
          <a:off x="0" y="0"/>
          <a:ext cx="0" cy="0"/>
          <a:chOff x="0" y="0"/>
          <a:chExt cx="0" cy="0"/>
        </a:xfrm>
      </p:grpSpPr>
      <p:grpSp>
        <p:nvGrpSpPr>
          <p:cNvPr id="7" name="Google Shape;131;p12">
            <a:extLst>
              <a:ext uri="{FF2B5EF4-FFF2-40B4-BE49-F238E27FC236}">
                <a16:creationId xmlns:a16="http://schemas.microsoft.com/office/drawing/2014/main" id="{114054E3-D856-A4DB-90AD-65EE9E4B8B82}"/>
              </a:ext>
            </a:extLst>
          </p:cNvPr>
          <p:cNvGrpSpPr/>
          <p:nvPr/>
        </p:nvGrpSpPr>
        <p:grpSpPr>
          <a:xfrm>
            <a:off x="2460546" y="2023474"/>
            <a:ext cx="13733911" cy="7172720"/>
            <a:chOff x="0" y="-124809"/>
            <a:chExt cx="1318662" cy="1433043"/>
          </a:xfrm>
        </p:grpSpPr>
        <p:sp>
          <p:nvSpPr>
            <p:cNvPr id="4" name="Google Shape;132;p12">
              <a:extLst>
                <a:ext uri="{FF2B5EF4-FFF2-40B4-BE49-F238E27FC236}">
                  <a16:creationId xmlns:a16="http://schemas.microsoft.com/office/drawing/2014/main" id="{F387A0E9-1F83-FA17-22A0-94A344F542A6}"/>
                </a:ext>
              </a:extLst>
            </p:cNvPr>
            <p:cNvSpPr/>
            <p:nvPr/>
          </p:nvSpPr>
          <p:spPr>
            <a:xfrm>
              <a:off x="0" y="0"/>
              <a:ext cx="1264019" cy="1308234"/>
            </a:xfrm>
            <a:custGeom>
              <a:avLst/>
              <a:gdLst/>
              <a:ahLst/>
              <a:cxnLst/>
              <a:rect l="l" t="t" r="r" b="b"/>
              <a:pathLst>
                <a:path w="1264019" h="1308234" extrusionOk="0">
                  <a:moveTo>
                    <a:pt x="30789" y="0"/>
                  </a:moveTo>
                  <a:lnTo>
                    <a:pt x="1233230" y="0"/>
                  </a:lnTo>
                  <a:cubicBezTo>
                    <a:pt x="1241396" y="0"/>
                    <a:pt x="1249227" y="3244"/>
                    <a:pt x="1255001" y="9018"/>
                  </a:cubicBezTo>
                  <a:cubicBezTo>
                    <a:pt x="1260776" y="14792"/>
                    <a:pt x="1264019" y="22623"/>
                    <a:pt x="1264019" y="30789"/>
                  </a:cubicBezTo>
                  <a:lnTo>
                    <a:pt x="1264019" y="1277445"/>
                  </a:lnTo>
                  <a:cubicBezTo>
                    <a:pt x="1264019" y="1285611"/>
                    <a:pt x="1260776" y="1293442"/>
                    <a:pt x="1255001" y="1299216"/>
                  </a:cubicBezTo>
                  <a:cubicBezTo>
                    <a:pt x="1249227" y="1304990"/>
                    <a:pt x="1241396" y="1308234"/>
                    <a:pt x="1233230" y="1308234"/>
                  </a:cubicBezTo>
                  <a:lnTo>
                    <a:pt x="30789" y="1308234"/>
                  </a:lnTo>
                  <a:cubicBezTo>
                    <a:pt x="22623" y="1308234"/>
                    <a:pt x="14792" y="1304990"/>
                    <a:pt x="9018" y="1299216"/>
                  </a:cubicBezTo>
                  <a:cubicBezTo>
                    <a:pt x="3244" y="1293442"/>
                    <a:pt x="0" y="1285611"/>
                    <a:pt x="0" y="1277445"/>
                  </a:cubicBezTo>
                  <a:lnTo>
                    <a:pt x="0" y="30789"/>
                  </a:lnTo>
                  <a:cubicBezTo>
                    <a:pt x="0" y="22623"/>
                    <a:pt x="3244" y="14792"/>
                    <a:pt x="9018" y="9018"/>
                  </a:cubicBezTo>
                  <a:cubicBezTo>
                    <a:pt x="14792" y="3244"/>
                    <a:pt x="22623" y="0"/>
                    <a:pt x="30789" y="0"/>
                  </a:cubicBezTo>
                  <a:close/>
                </a:path>
              </a:pathLst>
            </a:custGeom>
            <a:solidFill>
              <a:srgbClr val="FFF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33;p12">
              <a:extLst>
                <a:ext uri="{FF2B5EF4-FFF2-40B4-BE49-F238E27FC236}">
                  <a16:creationId xmlns:a16="http://schemas.microsoft.com/office/drawing/2014/main" id="{21873413-F8CA-A017-61F8-796506CB4F69}"/>
                </a:ext>
              </a:extLst>
            </p:cNvPr>
            <p:cNvSpPr txBox="1"/>
            <p:nvPr/>
          </p:nvSpPr>
          <p:spPr>
            <a:xfrm>
              <a:off x="0" y="-124809"/>
              <a:ext cx="1318662" cy="1433043"/>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274" name="Google Shape;274;p17"/>
          <p:cNvPicPr preferRelativeResize="0"/>
          <p:nvPr/>
        </p:nvPicPr>
        <p:blipFill>
          <a:blip r:embed="rId3">
            <a:alphaModFix/>
          </a:blip>
          <a:stretch>
            <a:fillRect/>
          </a:stretch>
        </p:blipFill>
        <p:spPr>
          <a:xfrm>
            <a:off x="14564263" y="-1821650"/>
            <a:ext cx="5466399" cy="6189047"/>
          </a:xfrm>
          <a:prstGeom prst="rect">
            <a:avLst/>
          </a:prstGeom>
          <a:noFill/>
          <a:ln>
            <a:noFill/>
          </a:ln>
        </p:spPr>
      </p:pic>
      <p:sp>
        <p:nvSpPr>
          <p:cNvPr id="279" name="Google Shape;279;p17"/>
          <p:cNvSpPr txBox="1"/>
          <p:nvPr/>
        </p:nvSpPr>
        <p:spPr>
          <a:xfrm>
            <a:off x="2859392" y="299789"/>
            <a:ext cx="11765557" cy="1661993"/>
          </a:xfrm>
          <a:prstGeom prst="rect">
            <a:avLst/>
          </a:prstGeom>
          <a:noFill/>
          <a:ln>
            <a:noFill/>
          </a:ln>
        </p:spPr>
        <p:txBody>
          <a:bodyPr spcFirstLastPara="1" wrap="square" lIns="0" tIns="0" rIns="0" bIns="0" anchor="t" anchorCtr="0">
            <a:spAutoFit/>
          </a:bodyPr>
          <a:lstStyle/>
          <a:p>
            <a:pPr algn="ctr">
              <a:lnSpc>
                <a:spcPct val="120002"/>
              </a:lnSpc>
            </a:pPr>
            <a:r>
              <a:rPr lang="en-US" sz="9000" dirty="0">
                <a:solidFill>
                  <a:srgbClr val="FFFBED"/>
                </a:solidFill>
                <a:latin typeface="Noto Sans"/>
                <a:ea typeface="Noto Sans"/>
                <a:cs typeface="Noto Sans"/>
                <a:sym typeface="Noto Sans"/>
              </a:rPr>
              <a:t>Key Findings</a:t>
            </a:r>
            <a:endParaRPr lang="en-US" sz="9000" dirty="0"/>
          </a:p>
        </p:txBody>
      </p:sp>
      <p:grpSp>
        <p:nvGrpSpPr>
          <p:cNvPr id="282" name="Google Shape;282;p17"/>
          <p:cNvGrpSpPr/>
          <p:nvPr/>
        </p:nvGrpSpPr>
        <p:grpSpPr>
          <a:xfrm>
            <a:off x="4946658" y="8287282"/>
            <a:ext cx="3203925" cy="3203925"/>
            <a:chOff x="0" y="0"/>
            <a:chExt cx="812800" cy="812800"/>
          </a:xfrm>
        </p:grpSpPr>
        <p:sp>
          <p:nvSpPr>
            <p:cNvPr id="283" name="Google Shape;283;p17"/>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txBody>
            <a:bodyPr/>
            <a:lstStyle/>
            <a:p>
              <a:endParaRPr lang="en-US"/>
            </a:p>
          </p:txBody>
        </p:sp>
        <p:sp>
          <p:nvSpPr>
            <p:cNvPr id="284" name="Google Shape;284;p17"/>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288" name="Google Shape;288;p17"/>
          <p:cNvPicPr preferRelativeResize="0"/>
          <p:nvPr/>
        </p:nvPicPr>
        <p:blipFill>
          <a:blip r:embed="rId4">
            <a:alphaModFix/>
          </a:blip>
          <a:stretch>
            <a:fillRect/>
          </a:stretch>
        </p:blipFill>
        <p:spPr>
          <a:xfrm>
            <a:off x="-743425" y="0"/>
            <a:ext cx="3203901" cy="3321609"/>
          </a:xfrm>
          <a:prstGeom prst="rect">
            <a:avLst/>
          </a:prstGeom>
          <a:noFill/>
          <a:ln>
            <a:noFill/>
          </a:ln>
        </p:spPr>
      </p:pic>
      <p:sp>
        <p:nvSpPr>
          <p:cNvPr id="3" name="TextBox 2">
            <a:extLst>
              <a:ext uri="{FF2B5EF4-FFF2-40B4-BE49-F238E27FC236}">
                <a16:creationId xmlns:a16="http://schemas.microsoft.com/office/drawing/2014/main" id="{8FE34D1B-1948-7F84-FA91-B635BFAFD400}"/>
              </a:ext>
            </a:extLst>
          </p:cNvPr>
          <p:cNvSpPr txBox="1"/>
          <p:nvPr/>
        </p:nvSpPr>
        <p:spPr>
          <a:xfrm>
            <a:off x="3143892" y="3149327"/>
            <a:ext cx="11996722"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Char char="•"/>
            </a:pPr>
            <a:r>
              <a:rPr lang="en-US" sz="3600" dirty="0">
                <a:ea typeface="Calibri"/>
              </a:rPr>
              <a:t>Human capital (education, experience) reduces failure</a:t>
            </a:r>
            <a:endParaRPr lang="en-US" dirty="0"/>
          </a:p>
          <a:p>
            <a:pPr>
              <a:buChar char="•"/>
            </a:pPr>
            <a:r>
              <a:rPr lang="en-US" sz="3600" dirty="0">
                <a:ea typeface="Calibri"/>
              </a:rPr>
              <a:t>Capital investment and number of employees boost survival</a:t>
            </a:r>
            <a:endParaRPr lang="en-US" dirty="0"/>
          </a:p>
          <a:p>
            <a:pPr>
              <a:buChar char="•"/>
            </a:pPr>
            <a:r>
              <a:rPr lang="en-US" sz="3600" dirty="0">
                <a:ea typeface="Calibri"/>
              </a:rPr>
              <a:t>Registered firms do better than small tradesman</a:t>
            </a:r>
            <a:endParaRPr lang="en-US" dirty="0"/>
          </a:p>
          <a:p>
            <a:pPr>
              <a:buChar char="•"/>
            </a:pPr>
            <a:r>
              <a:rPr lang="en-US" sz="3600" dirty="0">
                <a:ea typeface="Calibri"/>
              </a:rPr>
              <a:t>Follower businesses outperform newcomers</a:t>
            </a:r>
            <a:endParaRPr lang="en-US" dirty="0"/>
          </a:p>
          <a:p>
            <a:pPr>
              <a:buChar char="•"/>
            </a:pPr>
            <a:r>
              <a:rPr lang="en-US" sz="3600" dirty="0">
                <a:ea typeface="Calibri"/>
              </a:rPr>
              <a:t>National market focus improves outcomes</a:t>
            </a:r>
            <a:endParaRPr lang="en-US" dirty="0"/>
          </a:p>
          <a:p>
            <a:pPr>
              <a:buChar char="•"/>
            </a:pPr>
            <a:r>
              <a:rPr lang="en-US" sz="3600" dirty="0">
                <a:ea typeface="Calibri"/>
              </a:rPr>
              <a:t>Retail and transportation sectors face higher failure</a:t>
            </a:r>
            <a:endParaRPr lang="en-US" dirty="0"/>
          </a:p>
          <a:p>
            <a:pPr>
              <a:buChar char="•"/>
            </a:pPr>
            <a:r>
              <a:rPr lang="en-US" sz="3600" dirty="0">
                <a:ea typeface="Calibri"/>
              </a:rPr>
              <a:t>Founders with more human capital start stronger firms</a:t>
            </a:r>
            <a:endParaRPr lang="en-US" dirty="0"/>
          </a:p>
          <a:p>
            <a:pPr>
              <a:buChar char="•"/>
            </a:pPr>
            <a:r>
              <a:rPr lang="en-US" sz="3600" dirty="0">
                <a:ea typeface="Calibri"/>
              </a:rPr>
              <a:t>Human capital affects both directly and through better firm setups</a:t>
            </a:r>
            <a:endParaRPr lang="en-US" dirty="0"/>
          </a:p>
          <a:p>
            <a:pPr marL="571500" indent="-571500">
              <a:spcAft>
                <a:spcPts val="3000"/>
              </a:spcAft>
              <a:buChar char="•"/>
            </a:pPr>
            <a:endParaRPr lang="en-US" sz="3600" dirty="0">
              <a:ea typeface="Calibri"/>
              <a:cs typeface="Calibri"/>
            </a:endParaRPr>
          </a:p>
        </p:txBody>
      </p:sp>
      <p:pic>
        <p:nvPicPr>
          <p:cNvPr id="5" name="Google Shape;335;p20">
            <a:extLst>
              <a:ext uri="{FF2B5EF4-FFF2-40B4-BE49-F238E27FC236}">
                <a16:creationId xmlns:a16="http://schemas.microsoft.com/office/drawing/2014/main" id="{C63B65A6-9DAB-21F3-F761-6C95F3DE1C30}"/>
              </a:ext>
            </a:extLst>
          </p:cNvPr>
          <p:cNvPicPr preferRelativeResize="0"/>
          <p:nvPr/>
        </p:nvPicPr>
        <p:blipFill>
          <a:blip r:embed="rId5">
            <a:alphaModFix/>
          </a:blip>
          <a:stretch>
            <a:fillRect/>
          </a:stretch>
        </p:blipFill>
        <p:spPr>
          <a:xfrm>
            <a:off x="-838775" y="8281001"/>
            <a:ext cx="2853075" cy="239269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5B6B5F"/>
        </a:solidFill>
        <a:effectLst/>
      </p:bgPr>
    </p:bg>
    <p:spTree>
      <p:nvGrpSpPr>
        <p:cNvPr id="1" name="Shape 333"/>
        <p:cNvGrpSpPr/>
        <p:nvPr/>
      </p:nvGrpSpPr>
      <p:grpSpPr>
        <a:xfrm>
          <a:off x="0" y="0"/>
          <a:ext cx="0" cy="0"/>
          <a:chOff x="0" y="0"/>
          <a:chExt cx="0" cy="0"/>
        </a:xfrm>
      </p:grpSpPr>
      <p:pic>
        <p:nvPicPr>
          <p:cNvPr id="334" name="Google Shape;334;p20"/>
          <p:cNvPicPr preferRelativeResize="0"/>
          <p:nvPr/>
        </p:nvPicPr>
        <p:blipFill>
          <a:blip r:embed="rId3">
            <a:alphaModFix/>
          </a:blip>
          <a:stretch>
            <a:fillRect/>
          </a:stretch>
        </p:blipFill>
        <p:spPr>
          <a:xfrm>
            <a:off x="15039272" y="-104900"/>
            <a:ext cx="3479504" cy="3982876"/>
          </a:xfrm>
          <a:prstGeom prst="rect">
            <a:avLst/>
          </a:prstGeom>
          <a:noFill/>
          <a:ln>
            <a:noFill/>
          </a:ln>
        </p:spPr>
      </p:pic>
      <p:pic>
        <p:nvPicPr>
          <p:cNvPr id="335" name="Google Shape;335;p20"/>
          <p:cNvPicPr preferRelativeResize="0"/>
          <p:nvPr/>
        </p:nvPicPr>
        <p:blipFill>
          <a:blip r:embed="rId4">
            <a:alphaModFix/>
          </a:blip>
          <a:stretch>
            <a:fillRect/>
          </a:stretch>
        </p:blipFill>
        <p:spPr>
          <a:xfrm>
            <a:off x="-838775" y="8281001"/>
            <a:ext cx="2853075" cy="2392693"/>
          </a:xfrm>
          <a:prstGeom prst="rect">
            <a:avLst/>
          </a:prstGeom>
          <a:noFill/>
          <a:ln>
            <a:noFill/>
          </a:ln>
        </p:spPr>
      </p:pic>
      <p:sp>
        <p:nvSpPr>
          <p:cNvPr id="340" name="Google Shape;340;p20"/>
          <p:cNvSpPr txBox="1"/>
          <p:nvPr/>
        </p:nvSpPr>
        <p:spPr>
          <a:xfrm>
            <a:off x="805421" y="981075"/>
            <a:ext cx="15919445" cy="1384995"/>
          </a:xfrm>
          <a:prstGeom prst="rect">
            <a:avLst/>
          </a:prstGeom>
          <a:noFill/>
          <a:ln>
            <a:noFill/>
          </a:ln>
        </p:spPr>
        <p:txBody>
          <a:bodyPr spcFirstLastPara="1" wrap="square" lIns="0" tIns="0" rIns="0" bIns="0" anchor="t" anchorCtr="0">
            <a:spAutoFit/>
          </a:bodyPr>
          <a:lstStyle/>
          <a:p>
            <a:pPr algn="ctr"/>
            <a:r>
              <a:rPr lang="en-US" sz="9000">
                <a:solidFill>
                  <a:srgbClr val="FFFBED"/>
                </a:solidFill>
                <a:latin typeface="Noto Sans"/>
                <a:ea typeface="Noto Sans"/>
                <a:cs typeface="Noto Sans"/>
                <a:sym typeface="Noto Sans"/>
              </a:rPr>
              <a:t>Practical Recommendations</a:t>
            </a:r>
            <a:endParaRPr lang="en-US" sz="9000">
              <a:solidFill>
                <a:srgbClr val="FFFBED"/>
              </a:solidFill>
              <a:latin typeface="Noto Sans"/>
              <a:ea typeface="Noto Sans"/>
              <a:cs typeface="Noto Sans"/>
            </a:endParaRPr>
          </a:p>
        </p:txBody>
      </p:sp>
      <p:grpSp>
        <p:nvGrpSpPr>
          <p:cNvPr id="354" name="Google Shape;354;p20"/>
          <p:cNvGrpSpPr/>
          <p:nvPr/>
        </p:nvGrpSpPr>
        <p:grpSpPr>
          <a:xfrm>
            <a:off x="2362008" y="2788238"/>
            <a:ext cx="6782472" cy="6922286"/>
            <a:chOff x="2668" y="-38100"/>
            <a:chExt cx="1505461" cy="1096328"/>
          </a:xfrm>
        </p:grpSpPr>
        <p:sp>
          <p:nvSpPr>
            <p:cNvPr id="355" name="Google Shape;355;p20"/>
            <p:cNvSpPr/>
            <p:nvPr/>
          </p:nvSpPr>
          <p:spPr>
            <a:xfrm>
              <a:off x="2668" y="0"/>
              <a:ext cx="1505461" cy="1058228"/>
            </a:xfrm>
            <a:custGeom>
              <a:avLst/>
              <a:gdLst/>
              <a:ahLst/>
              <a:cxnLst/>
              <a:rect l="l" t="t" r="r" b="b"/>
              <a:pathLst>
                <a:path w="1378709" h="1007443" extrusionOk="0">
                  <a:moveTo>
                    <a:pt x="28228" y="0"/>
                  </a:moveTo>
                  <a:lnTo>
                    <a:pt x="1350481" y="0"/>
                  </a:lnTo>
                  <a:cubicBezTo>
                    <a:pt x="1357968" y="0"/>
                    <a:pt x="1365148" y="2974"/>
                    <a:pt x="1370441" y="8268"/>
                  </a:cubicBezTo>
                  <a:cubicBezTo>
                    <a:pt x="1375735" y="13562"/>
                    <a:pt x="1378709" y="20741"/>
                    <a:pt x="1378709" y="28228"/>
                  </a:cubicBezTo>
                  <a:lnTo>
                    <a:pt x="1378709" y="979215"/>
                  </a:lnTo>
                  <a:cubicBezTo>
                    <a:pt x="1378709" y="994805"/>
                    <a:pt x="1366071" y="1007443"/>
                    <a:pt x="1350481" y="1007443"/>
                  </a:cubicBezTo>
                  <a:lnTo>
                    <a:pt x="28228" y="1007443"/>
                  </a:lnTo>
                  <a:cubicBezTo>
                    <a:pt x="12638" y="1007443"/>
                    <a:pt x="0" y="994805"/>
                    <a:pt x="0" y="979215"/>
                  </a:cubicBezTo>
                  <a:lnTo>
                    <a:pt x="0" y="28228"/>
                  </a:lnTo>
                  <a:cubicBezTo>
                    <a:pt x="0" y="12638"/>
                    <a:pt x="12638" y="0"/>
                    <a:pt x="28228" y="0"/>
                  </a:cubicBezTo>
                  <a:close/>
                </a:path>
              </a:pathLst>
            </a:custGeom>
            <a:solidFill>
              <a:srgbClr val="FFF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0"/>
            <p:cNvSpPr txBox="1"/>
            <p:nvPr/>
          </p:nvSpPr>
          <p:spPr>
            <a:xfrm>
              <a:off x="2668" y="-38100"/>
              <a:ext cx="1496121" cy="104785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2" name="Google Shape;362;p20"/>
          <p:cNvGrpSpPr/>
          <p:nvPr/>
        </p:nvGrpSpPr>
        <p:grpSpPr>
          <a:xfrm>
            <a:off x="-616314" y="3713255"/>
            <a:ext cx="832473" cy="832473"/>
            <a:chOff x="0" y="0"/>
            <a:chExt cx="812800" cy="812800"/>
          </a:xfrm>
        </p:grpSpPr>
        <p:sp>
          <p:nvSpPr>
            <p:cNvPr id="363" name="Google Shape;363;p20"/>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2926E"/>
            </a:solidFill>
            <a:ln>
              <a:noFill/>
            </a:ln>
          </p:spPr>
          <p:txBody>
            <a:bodyPr/>
            <a:lstStyle/>
            <a:p>
              <a:endParaRPr lang="en-US"/>
            </a:p>
          </p:txBody>
        </p:sp>
        <p:sp>
          <p:nvSpPr>
            <p:cNvPr id="364" name="Google Shape;364;p20"/>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5" name="Google Shape;365;p20"/>
          <p:cNvGrpSpPr/>
          <p:nvPr/>
        </p:nvGrpSpPr>
        <p:grpSpPr>
          <a:xfrm>
            <a:off x="-562924" y="2665444"/>
            <a:ext cx="1591624" cy="1591624"/>
            <a:chOff x="0" y="0"/>
            <a:chExt cx="812800" cy="812800"/>
          </a:xfrm>
        </p:grpSpPr>
        <p:sp>
          <p:nvSpPr>
            <p:cNvPr id="366" name="Google Shape;366;p20"/>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txBody>
            <a:bodyPr/>
            <a:lstStyle/>
            <a:p>
              <a:endParaRPr lang="en-US"/>
            </a:p>
          </p:txBody>
        </p:sp>
        <p:sp>
          <p:nvSpPr>
            <p:cNvPr id="367" name="Google Shape;367;p20"/>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 name="TextBox 1">
            <a:extLst>
              <a:ext uri="{FF2B5EF4-FFF2-40B4-BE49-F238E27FC236}">
                <a16:creationId xmlns:a16="http://schemas.microsoft.com/office/drawing/2014/main" id="{611A8614-A247-9ECB-B469-B98D52109BED}"/>
              </a:ext>
            </a:extLst>
          </p:cNvPr>
          <p:cNvSpPr txBox="1"/>
          <p:nvPr/>
        </p:nvSpPr>
        <p:spPr>
          <a:xfrm>
            <a:off x="2794777" y="3418264"/>
            <a:ext cx="6075931" cy="60939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2000"/>
              </a:spcAft>
            </a:pPr>
            <a:r>
              <a:rPr lang="en-US" sz="3400" b="1" dirty="0">
                <a:ea typeface="Calibri"/>
                <a:cs typeface="Calibri"/>
              </a:rPr>
              <a:t>For Founders:</a:t>
            </a:r>
            <a:endParaRPr lang="en-US" sz="3400" dirty="0"/>
          </a:p>
          <a:p>
            <a:pPr marL="1028700" lvl="1" indent="-571500">
              <a:spcAft>
                <a:spcPts val="2000"/>
              </a:spcAft>
              <a:buChar char="•"/>
            </a:pPr>
            <a:r>
              <a:rPr lang="en-US" sz="3400" dirty="0">
                <a:ea typeface="Calibri"/>
                <a:cs typeface="Calibri"/>
              </a:rPr>
              <a:t>Avoid starting "too small"—size matters for survival</a:t>
            </a:r>
            <a:endParaRPr lang="en-US" sz="3400" dirty="0">
              <a:ea typeface="Calibri"/>
            </a:endParaRPr>
          </a:p>
          <a:p>
            <a:pPr marL="1028700" lvl="1" indent="-571500">
              <a:spcAft>
                <a:spcPts val="2000"/>
              </a:spcAft>
              <a:buChar char="•"/>
            </a:pPr>
            <a:r>
              <a:rPr lang="en-US" sz="3400" dirty="0">
                <a:ea typeface="Calibri"/>
                <a:cs typeface="Calibri"/>
              </a:rPr>
              <a:t>Gather industry experience before launching a venture</a:t>
            </a:r>
            <a:endParaRPr lang="en-US" sz="3400" dirty="0">
              <a:ea typeface="Calibri"/>
            </a:endParaRPr>
          </a:p>
          <a:p>
            <a:pPr marL="1028700" lvl="1" indent="-571500">
              <a:spcAft>
                <a:spcPts val="2000"/>
              </a:spcAft>
              <a:buChar char="•"/>
            </a:pPr>
            <a:r>
              <a:rPr lang="en-US" sz="3400" dirty="0">
                <a:ea typeface="Calibri"/>
                <a:cs typeface="Calibri"/>
              </a:rPr>
              <a:t>Consider targeting broader markets (national reach)</a:t>
            </a:r>
            <a:endParaRPr lang="en-US" sz="3400" dirty="0">
              <a:ea typeface="Calibri"/>
            </a:endParaRPr>
          </a:p>
        </p:txBody>
      </p:sp>
      <p:grpSp>
        <p:nvGrpSpPr>
          <p:cNvPr id="4" name="Google Shape;354;p20">
            <a:extLst>
              <a:ext uri="{FF2B5EF4-FFF2-40B4-BE49-F238E27FC236}">
                <a16:creationId xmlns:a16="http://schemas.microsoft.com/office/drawing/2014/main" id="{485F5572-EFD3-8C1D-0C94-C0C780CB25FD}"/>
              </a:ext>
            </a:extLst>
          </p:cNvPr>
          <p:cNvGrpSpPr/>
          <p:nvPr/>
        </p:nvGrpSpPr>
        <p:grpSpPr>
          <a:xfrm>
            <a:off x="9841800" y="2788238"/>
            <a:ext cx="6782472" cy="6922286"/>
            <a:chOff x="2668" y="-38100"/>
            <a:chExt cx="1505461" cy="1096328"/>
          </a:xfrm>
        </p:grpSpPr>
        <p:sp>
          <p:nvSpPr>
            <p:cNvPr id="5" name="Google Shape;355;p20">
              <a:extLst>
                <a:ext uri="{FF2B5EF4-FFF2-40B4-BE49-F238E27FC236}">
                  <a16:creationId xmlns:a16="http://schemas.microsoft.com/office/drawing/2014/main" id="{E8850FAF-8E15-E237-6E1A-4BF6EEF4BE3F}"/>
                </a:ext>
              </a:extLst>
            </p:cNvPr>
            <p:cNvSpPr/>
            <p:nvPr/>
          </p:nvSpPr>
          <p:spPr>
            <a:xfrm>
              <a:off x="2668" y="0"/>
              <a:ext cx="1505461" cy="1058228"/>
            </a:xfrm>
            <a:custGeom>
              <a:avLst/>
              <a:gdLst/>
              <a:ahLst/>
              <a:cxnLst/>
              <a:rect l="l" t="t" r="r" b="b"/>
              <a:pathLst>
                <a:path w="1378709" h="1007443" extrusionOk="0">
                  <a:moveTo>
                    <a:pt x="28228" y="0"/>
                  </a:moveTo>
                  <a:lnTo>
                    <a:pt x="1350481" y="0"/>
                  </a:lnTo>
                  <a:cubicBezTo>
                    <a:pt x="1357968" y="0"/>
                    <a:pt x="1365148" y="2974"/>
                    <a:pt x="1370441" y="8268"/>
                  </a:cubicBezTo>
                  <a:cubicBezTo>
                    <a:pt x="1375735" y="13562"/>
                    <a:pt x="1378709" y="20741"/>
                    <a:pt x="1378709" y="28228"/>
                  </a:cubicBezTo>
                  <a:lnTo>
                    <a:pt x="1378709" y="979215"/>
                  </a:lnTo>
                  <a:cubicBezTo>
                    <a:pt x="1378709" y="994805"/>
                    <a:pt x="1366071" y="1007443"/>
                    <a:pt x="1350481" y="1007443"/>
                  </a:cubicBezTo>
                  <a:lnTo>
                    <a:pt x="28228" y="1007443"/>
                  </a:lnTo>
                  <a:cubicBezTo>
                    <a:pt x="12638" y="1007443"/>
                    <a:pt x="0" y="994805"/>
                    <a:pt x="0" y="979215"/>
                  </a:cubicBezTo>
                  <a:lnTo>
                    <a:pt x="0" y="28228"/>
                  </a:lnTo>
                  <a:cubicBezTo>
                    <a:pt x="0" y="12638"/>
                    <a:pt x="12638" y="0"/>
                    <a:pt x="28228" y="0"/>
                  </a:cubicBezTo>
                  <a:close/>
                </a:path>
              </a:pathLst>
            </a:custGeom>
            <a:solidFill>
              <a:srgbClr val="FFF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356;p20">
              <a:extLst>
                <a:ext uri="{FF2B5EF4-FFF2-40B4-BE49-F238E27FC236}">
                  <a16:creationId xmlns:a16="http://schemas.microsoft.com/office/drawing/2014/main" id="{7FE72CB5-EA4B-C081-158D-486E5D3FA414}"/>
                </a:ext>
              </a:extLst>
            </p:cNvPr>
            <p:cNvSpPr txBox="1"/>
            <p:nvPr/>
          </p:nvSpPr>
          <p:spPr>
            <a:xfrm>
              <a:off x="2668" y="-38100"/>
              <a:ext cx="1496121" cy="104785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 name="TextBox 2">
            <a:extLst>
              <a:ext uri="{FF2B5EF4-FFF2-40B4-BE49-F238E27FC236}">
                <a16:creationId xmlns:a16="http://schemas.microsoft.com/office/drawing/2014/main" id="{0561C844-9547-2EEF-26C4-3BF757E26D44}"/>
              </a:ext>
            </a:extLst>
          </p:cNvPr>
          <p:cNvSpPr txBox="1"/>
          <p:nvPr/>
        </p:nvSpPr>
        <p:spPr>
          <a:xfrm>
            <a:off x="10131552" y="3360420"/>
            <a:ext cx="6153912" cy="42678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2000"/>
              </a:spcAft>
            </a:pPr>
            <a:r>
              <a:rPr lang="en-US" sz="3400" b="1" dirty="0">
                <a:ea typeface="Calibri"/>
                <a:cs typeface="Calibri"/>
              </a:rPr>
              <a:t>Policy Relevance:​</a:t>
            </a:r>
            <a:endParaRPr lang="en-US" sz="3400" dirty="0">
              <a:ea typeface="Calibri"/>
            </a:endParaRPr>
          </a:p>
          <a:p>
            <a:pPr marL="914400" lvl="1" indent="-457200">
              <a:spcAft>
                <a:spcPts val="2000"/>
              </a:spcAft>
              <a:buChar char="•"/>
            </a:pPr>
            <a:r>
              <a:rPr lang="en-US" sz="3400" dirty="0">
                <a:ea typeface="Calibri"/>
                <a:cs typeface="Calibri"/>
              </a:rPr>
              <a:t>Training programs should focus on industry-specific skills​</a:t>
            </a:r>
            <a:endParaRPr lang="en-US" sz="3400" dirty="0">
              <a:ea typeface="Calibri"/>
            </a:endParaRPr>
          </a:p>
          <a:p>
            <a:pPr marL="914400" lvl="1" indent="-457200">
              <a:spcAft>
                <a:spcPts val="2000"/>
              </a:spcAft>
              <a:buChar char="•"/>
            </a:pPr>
            <a:r>
              <a:rPr lang="en-US" sz="3400" dirty="0">
                <a:ea typeface="Calibri"/>
                <a:cs typeface="Calibri"/>
              </a:rPr>
              <a:t>Capital access for better-funded startups can lower mortality​</a:t>
            </a:r>
            <a:endParaRPr lang="en-US" sz="3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5B6B5F"/>
        </a:solidFill>
        <a:effectLst/>
      </p:bgPr>
    </p:bg>
    <p:spTree>
      <p:nvGrpSpPr>
        <p:cNvPr id="1" name="Shape 333">
          <a:extLst>
            <a:ext uri="{FF2B5EF4-FFF2-40B4-BE49-F238E27FC236}">
              <a16:creationId xmlns:a16="http://schemas.microsoft.com/office/drawing/2014/main" id="{E36AAD93-20DD-D3D9-0323-AD4ACAB04235}"/>
            </a:ext>
          </a:extLst>
        </p:cNvPr>
        <p:cNvGrpSpPr/>
        <p:nvPr/>
      </p:nvGrpSpPr>
      <p:grpSpPr>
        <a:xfrm>
          <a:off x="0" y="0"/>
          <a:ext cx="0" cy="0"/>
          <a:chOff x="0" y="0"/>
          <a:chExt cx="0" cy="0"/>
        </a:xfrm>
      </p:grpSpPr>
      <p:pic>
        <p:nvPicPr>
          <p:cNvPr id="334" name="Google Shape;334;p20">
            <a:extLst>
              <a:ext uri="{FF2B5EF4-FFF2-40B4-BE49-F238E27FC236}">
                <a16:creationId xmlns:a16="http://schemas.microsoft.com/office/drawing/2014/main" id="{573DDE3D-A716-1671-749E-BFCC1C868063}"/>
              </a:ext>
            </a:extLst>
          </p:cNvPr>
          <p:cNvPicPr preferRelativeResize="0"/>
          <p:nvPr/>
        </p:nvPicPr>
        <p:blipFill>
          <a:blip r:embed="rId3">
            <a:alphaModFix/>
          </a:blip>
          <a:stretch>
            <a:fillRect/>
          </a:stretch>
        </p:blipFill>
        <p:spPr>
          <a:xfrm>
            <a:off x="15527295" y="-271855"/>
            <a:ext cx="3479504" cy="3982876"/>
          </a:xfrm>
          <a:prstGeom prst="rect">
            <a:avLst/>
          </a:prstGeom>
          <a:noFill/>
          <a:ln>
            <a:noFill/>
          </a:ln>
        </p:spPr>
      </p:pic>
      <p:pic>
        <p:nvPicPr>
          <p:cNvPr id="335" name="Google Shape;335;p20">
            <a:extLst>
              <a:ext uri="{FF2B5EF4-FFF2-40B4-BE49-F238E27FC236}">
                <a16:creationId xmlns:a16="http://schemas.microsoft.com/office/drawing/2014/main" id="{2517C50F-46F5-A377-7909-FF82C3F30E00}"/>
              </a:ext>
            </a:extLst>
          </p:cNvPr>
          <p:cNvPicPr preferRelativeResize="0"/>
          <p:nvPr/>
        </p:nvPicPr>
        <p:blipFill>
          <a:blip r:embed="rId4">
            <a:alphaModFix/>
          </a:blip>
          <a:stretch>
            <a:fillRect/>
          </a:stretch>
        </p:blipFill>
        <p:spPr>
          <a:xfrm>
            <a:off x="-838775" y="8281001"/>
            <a:ext cx="2853075" cy="2392693"/>
          </a:xfrm>
          <a:prstGeom prst="rect">
            <a:avLst/>
          </a:prstGeom>
          <a:noFill/>
          <a:ln>
            <a:noFill/>
          </a:ln>
        </p:spPr>
      </p:pic>
      <p:sp>
        <p:nvSpPr>
          <p:cNvPr id="340" name="Google Shape;340;p20">
            <a:extLst>
              <a:ext uri="{FF2B5EF4-FFF2-40B4-BE49-F238E27FC236}">
                <a16:creationId xmlns:a16="http://schemas.microsoft.com/office/drawing/2014/main" id="{D75CC6F4-14D7-32E8-BDB8-DD09EB0AAD52}"/>
              </a:ext>
            </a:extLst>
          </p:cNvPr>
          <p:cNvSpPr txBox="1"/>
          <p:nvPr/>
        </p:nvSpPr>
        <p:spPr>
          <a:xfrm>
            <a:off x="1036589" y="981075"/>
            <a:ext cx="15919445" cy="1231106"/>
          </a:xfrm>
          <a:prstGeom prst="rect">
            <a:avLst/>
          </a:prstGeom>
          <a:noFill/>
          <a:ln>
            <a:noFill/>
          </a:ln>
        </p:spPr>
        <p:txBody>
          <a:bodyPr spcFirstLastPara="1" wrap="square" lIns="0" tIns="0" rIns="0" bIns="0" anchor="t" anchorCtr="0">
            <a:spAutoFit/>
          </a:bodyPr>
          <a:lstStyle/>
          <a:p>
            <a:pPr algn="ctr"/>
            <a:r>
              <a:rPr lang="en-US" sz="8000">
                <a:solidFill>
                  <a:srgbClr val="FFFBED"/>
                </a:solidFill>
                <a:latin typeface="Noto Sans"/>
                <a:ea typeface="Noto Sans"/>
                <a:sym typeface="Noto Sans"/>
              </a:rPr>
              <a:t>Conclusion and </a:t>
            </a:r>
            <a:r>
              <a:rPr lang="en-US" sz="8000">
                <a:solidFill>
                  <a:srgbClr val="FFFBED"/>
                </a:solidFill>
                <a:latin typeface="Noto Sans"/>
                <a:ea typeface="Noto Sans"/>
              </a:rPr>
              <a:t>Future Directions</a:t>
            </a:r>
            <a:endParaRPr lang="en-US" sz="8000">
              <a:solidFill>
                <a:srgbClr val="FFFBED"/>
              </a:solidFill>
              <a:latin typeface="Noto Sans"/>
            </a:endParaRPr>
          </a:p>
        </p:txBody>
      </p:sp>
      <p:grpSp>
        <p:nvGrpSpPr>
          <p:cNvPr id="354" name="Google Shape;354;p20">
            <a:extLst>
              <a:ext uri="{FF2B5EF4-FFF2-40B4-BE49-F238E27FC236}">
                <a16:creationId xmlns:a16="http://schemas.microsoft.com/office/drawing/2014/main" id="{02D39C7F-7C97-442A-B721-A6459A5E6142}"/>
              </a:ext>
            </a:extLst>
          </p:cNvPr>
          <p:cNvGrpSpPr/>
          <p:nvPr/>
        </p:nvGrpSpPr>
        <p:grpSpPr>
          <a:xfrm>
            <a:off x="1926760" y="2658475"/>
            <a:ext cx="6996482" cy="7202222"/>
            <a:chOff x="2668" y="-38100"/>
            <a:chExt cx="1505461" cy="1096328"/>
          </a:xfrm>
        </p:grpSpPr>
        <p:sp>
          <p:nvSpPr>
            <p:cNvPr id="355" name="Google Shape;355;p20">
              <a:extLst>
                <a:ext uri="{FF2B5EF4-FFF2-40B4-BE49-F238E27FC236}">
                  <a16:creationId xmlns:a16="http://schemas.microsoft.com/office/drawing/2014/main" id="{FE3E7D0E-A703-939C-0AFA-A6489B68A302}"/>
                </a:ext>
              </a:extLst>
            </p:cNvPr>
            <p:cNvSpPr/>
            <p:nvPr/>
          </p:nvSpPr>
          <p:spPr>
            <a:xfrm>
              <a:off x="2668" y="0"/>
              <a:ext cx="1505461" cy="1058228"/>
            </a:xfrm>
            <a:custGeom>
              <a:avLst/>
              <a:gdLst/>
              <a:ahLst/>
              <a:cxnLst/>
              <a:rect l="l" t="t" r="r" b="b"/>
              <a:pathLst>
                <a:path w="1378709" h="1007443" extrusionOk="0">
                  <a:moveTo>
                    <a:pt x="28228" y="0"/>
                  </a:moveTo>
                  <a:lnTo>
                    <a:pt x="1350481" y="0"/>
                  </a:lnTo>
                  <a:cubicBezTo>
                    <a:pt x="1357968" y="0"/>
                    <a:pt x="1365148" y="2974"/>
                    <a:pt x="1370441" y="8268"/>
                  </a:cubicBezTo>
                  <a:cubicBezTo>
                    <a:pt x="1375735" y="13562"/>
                    <a:pt x="1378709" y="20741"/>
                    <a:pt x="1378709" y="28228"/>
                  </a:cubicBezTo>
                  <a:lnTo>
                    <a:pt x="1378709" y="979215"/>
                  </a:lnTo>
                  <a:cubicBezTo>
                    <a:pt x="1378709" y="994805"/>
                    <a:pt x="1366071" y="1007443"/>
                    <a:pt x="1350481" y="1007443"/>
                  </a:cubicBezTo>
                  <a:lnTo>
                    <a:pt x="28228" y="1007443"/>
                  </a:lnTo>
                  <a:cubicBezTo>
                    <a:pt x="12638" y="1007443"/>
                    <a:pt x="0" y="994805"/>
                    <a:pt x="0" y="979215"/>
                  </a:cubicBezTo>
                  <a:lnTo>
                    <a:pt x="0" y="28228"/>
                  </a:lnTo>
                  <a:cubicBezTo>
                    <a:pt x="0" y="12638"/>
                    <a:pt x="12638" y="0"/>
                    <a:pt x="28228" y="0"/>
                  </a:cubicBezTo>
                  <a:close/>
                </a:path>
              </a:pathLst>
            </a:custGeom>
            <a:solidFill>
              <a:srgbClr val="FFF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0">
              <a:extLst>
                <a:ext uri="{FF2B5EF4-FFF2-40B4-BE49-F238E27FC236}">
                  <a16:creationId xmlns:a16="http://schemas.microsoft.com/office/drawing/2014/main" id="{0A7DFDDF-ADE3-482E-3E6E-4D0D2F649B96}"/>
                </a:ext>
              </a:extLst>
            </p:cNvPr>
            <p:cNvSpPr txBox="1"/>
            <p:nvPr/>
          </p:nvSpPr>
          <p:spPr>
            <a:xfrm>
              <a:off x="2668" y="-38100"/>
              <a:ext cx="1496121" cy="104785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2" name="Google Shape;362;p20">
            <a:extLst>
              <a:ext uri="{FF2B5EF4-FFF2-40B4-BE49-F238E27FC236}">
                <a16:creationId xmlns:a16="http://schemas.microsoft.com/office/drawing/2014/main" id="{94946C4A-8F6D-329C-3B6D-1CAB94E578AF}"/>
              </a:ext>
            </a:extLst>
          </p:cNvPr>
          <p:cNvGrpSpPr/>
          <p:nvPr/>
        </p:nvGrpSpPr>
        <p:grpSpPr>
          <a:xfrm>
            <a:off x="-616314" y="3713255"/>
            <a:ext cx="832473" cy="832473"/>
            <a:chOff x="0" y="0"/>
            <a:chExt cx="812800" cy="812800"/>
          </a:xfrm>
        </p:grpSpPr>
        <p:sp>
          <p:nvSpPr>
            <p:cNvPr id="363" name="Google Shape;363;p20">
              <a:extLst>
                <a:ext uri="{FF2B5EF4-FFF2-40B4-BE49-F238E27FC236}">
                  <a16:creationId xmlns:a16="http://schemas.microsoft.com/office/drawing/2014/main" id="{384E5D53-A145-409E-8C22-915A4D815C72}"/>
                </a:ext>
              </a:extLst>
            </p:cNvPr>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2926E"/>
            </a:solidFill>
            <a:ln>
              <a:noFill/>
            </a:ln>
          </p:spPr>
          <p:txBody>
            <a:bodyPr/>
            <a:lstStyle/>
            <a:p>
              <a:endParaRPr lang="en-US"/>
            </a:p>
          </p:txBody>
        </p:sp>
        <p:sp>
          <p:nvSpPr>
            <p:cNvPr id="364" name="Google Shape;364;p20">
              <a:extLst>
                <a:ext uri="{FF2B5EF4-FFF2-40B4-BE49-F238E27FC236}">
                  <a16:creationId xmlns:a16="http://schemas.microsoft.com/office/drawing/2014/main" id="{52516F76-D1E4-C539-9610-3B8CF68B39B4}"/>
                </a:ext>
              </a:extLst>
            </p:cNvPr>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5" name="Google Shape;365;p20">
            <a:extLst>
              <a:ext uri="{FF2B5EF4-FFF2-40B4-BE49-F238E27FC236}">
                <a16:creationId xmlns:a16="http://schemas.microsoft.com/office/drawing/2014/main" id="{C6033AEE-F456-D98A-882A-8D1E97CA14A3}"/>
              </a:ext>
            </a:extLst>
          </p:cNvPr>
          <p:cNvGrpSpPr/>
          <p:nvPr/>
        </p:nvGrpSpPr>
        <p:grpSpPr>
          <a:xfrm>
            <a:off x="-562924" y="2665444"/>
            <a:ext cx="1591624" cy="1591624"/>
            <a:chOff x="0" y="0"/>
            <a:chExt cx="812800" cy="812800"/>
          </a:xfrm>
        </p:grpSpPr>
        <p:sp>
          <p:nvSpPr>
            <p:cNvPr id="366" name="Google Shape;366;p20">
              <a:extLst>
                <a:ext uri="{FF2B5EF4-FFF2-40B4-BE49-F238E27FC236}">
                  <a16:creationId xmlns:a16="http://schemas.microsoft.com/office/drawing/2014/main" id="{C34FE5F3-C514-946F-FE89-172362D35351}"/>
                </a:ext>
              </a:extLst>
            </p:cNvPr>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txBody>
            <a:bodyPr/>
            <a:lstStyle/>
            <a:p>
              <a:endParaRPr lang="en-US"/>
            </a:p>
          </p:txBody>
        </p:sp>
        <p:sp>
          <p:nvSpPr>
            <p:cNvPr id="367" name="Google Shape;367;p20">
              <a:extLst>
                <a:ext uri="{FF2B5EF4-FFF2-40B4-BE49-F238E27FC236}">
                  <a16:creationId xmlns:a16="http://schemas.microsoft.com/office/drawing/2014/main" id="{D781A7B9-853E-B2F0-6AB5-F0BAC2CE22F1}"/>
                </a:ext>
              </a:extLst>
            </p:cNvPr>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 name="TextBox 1">
            <a:extLst>
              <a:ext uri="{FF2B5EF4-FFF2-40B4-BE49-F238E27FC236}">
                <a16:creationId xmlns:a16="http://schemas.microsoft.com/office/drawing/2014/main" id="{9A0B1F60-3053-7520-1ECD-EAB1229625CF}"/>
              </a:ext>
            </a:extLst>
          </p:cNvPr>
          <p:cNvSpPr txBox="1"/>
          <p:nvPr/>
        </p:nvSpPr>
        <p:spPr>
          <a:xfrm>
            <a:off x="2086231" y="3126403"/>
            <a:ext cx="6461149" cy="67348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2000"/>
              </a:spcAft>
            </a:pPr>
            <a:r>
              <a:rPr lang="en-US" sz="3100" b="1" dirty="0">
                <a:ea typeface="Calibri"/>
                <a:cs typeface="Calibri"/>
              </a:rPr>
              <a:t>Conclusion:</a:t>
            </a:r>
            <a:endParaRPr lang="en-US" sz="3100" dirty="0">
              <a:ea typeface="Calibri"/>
              <a:cs typeface="Calibri"/>
            </a:endParaRPr>
          </a:p>
          <a:p>
            <a:pPr marL="742950" lvl="1" indent="-457200">
              <a:spcAft>
                <a:spcPts val="2000"/>
              </a:spcAft>
              <a:buChar char="•"/>
            </a:pPr>
            <a:r>
              <a:rPr lang="en-US" sz="3100" dirty="0">
                <a:ea typeface="Calibri"/>
                <a:cs typeface="Calibri"/>
              </a:rPr>
              <a:t>Strong support for integrating human capital and organizational ecology frameworks</a:t>
            </a:r>
          </a:p>
          <a:p>
            <a:pPr marL="742950" lvl="1" indent="-457200">
              <a:spcAft>
                <a:spcPts val="2000"/>
              </a:spcAft>
              <a:buChar char="•"/>
            </a:pPr>
            <a:r>
              <a:rPr lang="en-US" sz="3100" dirty="0">
                <a:ea typeface="Calibri"/>
                <a:cs typeface="Calibri"/>
              </a:rPr>
              <a:t>Organizational characteristics (especially size and market strategy) are the most powerful predictors</a:t>
            </a:r>
          </a:p>
          <a:p>
            <a:pPr marL="742950" lvl="1" indent="-457200">
              <a:spcAft>
                <a:spcPts val="2000"/>
              </a:spcAft>
              <a:buChar char="•"/>
            </a:pPr>
            <a:r>
              <a:rPr lang="en-US" sz="3100" dirty="0">
                <a:ea typeface="Calibri"/>
                <a:cs typeface="Calibri"/>
              </a:rPr>
              <a:t>Industry experience is the strongest individual factor among founders</a:t>
            </a:r>
          </a:p>
        </p:txBody>
      </p:sp>
      <p:grpSp>
        <p:nvGrpSpPr>
          <p:cNvPr id="4" name="Google Shape;354;p20">
            <a:extLst>
              <a:ext uri="{FF2B5EF4-FFF2-40B4-BE49-F238E27FC236}">
                <a16:creationId xmlns:a16="http://schemas.microsoft.com/office/drawing/2014/main" id="{B6D41E77-6FA6-2425-7775-36B104496253}"/>
              </a:ext>
            </a:extLst>
          </p:cNvPr>
          <p:cNvGrpSpPr/>
          <p:nvPr/>
        </p:nvGrpSpPr>
        <p:grpSpPr>
          <a:xfrm>
            <a:off x="9613815" y="2658474"/>
            <a:ext cx="6996482" cy="7126022"/>
            <a:chOff x="2668" y="-38100"/>
            <a:chExt cx="1505461" cy="1096328"/>
          </a:xfrm>
        </p:grpSpPr>
        <p:sp>
          <p:nvSpPr>
            <p:cNvPr id="5" name="Google Shape;355;p20">
              <a:extLst>
                <a:ext uri="{FF2B5EF4-FFF2-40B4-BE49-F238E27FC236}">
                  <a16:creationId xmlns:a16="http://schemas.microsoft.com/office/drawing/2014/main" id="{2596B299-8D67-24D6-E0F5-7F5522BAD5FD}"/>
                </a:ext>
              </a:extLst>
            </p:cNvPr>
            <p:cNvSpPr/>
            <p:nvPr/>
          </p:nvSpPr>
          <p:spPr>
            <a:xfrm>
              <a:off x="2668" y="0"/>
              <a:ext cx="1505461" cy="1058228"/>
            </a:xfrm>
            <a:custGeom>
              <a:avLst/>
              <a:gdLst/>
              <a:ahLst/>
              <a:cxnLst/>
              <a:rect l="l" t="t" r="r" b="b"/>
              <a:pathLst>
                <a:path w="1378709" h="1007443" extrusionOk="0">
                  <a:moveTo>
                    <a:pt x="28228" y="0"/>
                  </a:moveTo>
                  <a:lnTo>
                    <a:pt x="1350481" y="0"/>
                  </a:lnTo>
                  <a:cubicBezTo>
                    <a:pt x="1357968" y="0"/>
                    <a:pt x="1365148" y="2974"/>
                    <a:pt x="1370441" y="8268"/>
                  </a:cubicBezTo>
                  <a:cubicBezTo>
                    <a:pt x="1375735" y="13562"/>
                    <a:pt x="1378709" y="20741"/>
                    <a:pt x="1378709" y="28228"/>
                  </a:cubicBezTo>
                  <a:lnTo>
                    <a:pt x="1378709" y="979215"/>
                  </a:lnTo>
                  <a:cubicBezTo>
                    <a:pt x="1378709" y="994805"/>
                    <a:pt x="1366071" y="1007443"/>
                    <a:pt x="1350481" y="1007443"/>
                  </a:cubicBezTo>
                  <a:lnTo>
                    <a:pt x="28228" y="1007443"/>
                  </a:lnTo>
                  <a:cubicBezTo>
                    <a:pt x="12638" y="1007443"/>
                    <a:pt x="0" y="994805"/>
                    <a:pt x="0" y="979215"/>
                  </a:cubicBezTo>
                  <a:lnTo>
                    <a:pt x="0" y="28228"/>
                  </a:lnTo>
                  <a:cubicBezTo>
                    <a:pt x="0" y="12638"/>
                    <a:pt x="12638" y="0"/>
                    <a:pt x="28228" y="0"/>
                  </a:cubicBezTo>
                  <a:close/>
                </a:path>
              </a:pathLst>
            </a:custGeom>
            <a:solidFill>
              <a:srgbClr val="FFFBED"/>
            </a:solidFill>
            <a:ln>
              <a:noFill/>
            </a:ln>
          </p:spPr>
          <p:txBody>
            <a:bodyPr spcFirstLastPara="1" wrap="square" lIns="91425" tIns="91425" rIns="91425" bIns="91425" anchor="ctr" anchorCtr="0">
              <a:noAutofit/>
            </a:bodyPr>
            <a:lstStyle/>
            <a:p>
              <a:pPr marL="0" lvl="0" indent="0" algn="l" rtl="0">
                <a:spcBef>
                  <a:spcPts val="0"/>
                </a:spcBef>
                <a:spcAft>
                  <a:spcPts val="2000"/>
                </a:spcAft>
                <a:buNone/>
              </a:pPr>
              <a:endParaRPr lang="en-US"/>
            </a:p>
          </p:txBody>
        </p:sp>
        <p:sp>
          <p:nvSpPr>
            <p:cNvPr id="6" name="Google Shape;356;p20">
              <a:extLst>
                <a:ext uri="{FF2B5EF4-FFF2-40B4-BE49-F238E27FC236}">
                  <a16:creationId xmlns:a16="http://schemas.microsoft.com/office/drawing/2014/main" id="{79A3B8C2-33FF-A854-C2B1-08A356F4BA50}"/>
                </a:ext>
              </a:extLst>
            </p:cNvPr>
            <p:cNvSpPr txBox="1"/>
            <p:nvPr/>
          </p:nvSpPr>
          <p:spPr>
            <a:xfrm>
              <a:off x="2668" y="-38100"/>
              <a:ext cx="1496121" cy="1047851"/>
            </a:xfrm>
            <a:prstGeom prst="rect">
              <a:avLst/>
            </a:prstGeom>
            <a:noFill/>
            <a:ln>
              <a:noFill/>
            </a:ln>
          </p:spPr>
          <p:txBody>
            <a:bodyPr spcFirstLastPara="1" wrap="square" lIns="50800" tIns="50800" rIns="50800" bIns="50800" anchor="ctr" anchorCtr="0">
              <a:noAutofit/>
            </a:bodyPr>
            <a:lstStyle/>
            <a:p>
              <a:pPr marL="0" marR="0" lvl="0" indent="0" algn="ctr" rtl="0">
                <a:spcBef>
                  <a:spcPts val="0"/>
                </a:spcBef>
                <a:spcAft>
                  <a:spcPts val="2000"/>
                </a:spcAft>
                <a:buNone/>
              </a:pPr>
              <a:endParaRPr lang="en-US" sz="1800" b="0" i="0" u="none" strike="noStrike" cap="none">
                <a:solidFill>
                  <a:schemeClr val="dk1"/>
                </a:solidFill>
                <a:latin typeface="Calibri"/>
                <a:ea typeface="Calibri"/>
                <a:cs typeface="Calibri"/>
              </a:endParaRPr>
            </a:p>
          </p:txBody>
        </p:sp>
      </p:grpSp>
      <p:sp>
        <p:nvSpPr>
          <p:cNvPr id="3" name="TextBox 2">
            <a:extLst>
              <a:ext uri="{FF2B5EF4-FFF2-40B4-BE49-F238E27FC236}">
                <a16:creationId xmlns:a16="http://schemas.microsoft.com/office/drawing/2014/main" id="{1976668A-0760-7753-945C-E93B882B4B70}"/>
              </a:ext>
            </a:extLst>
          </p:cNvPr>
          <p:cNvSpPr txBox="1"/>
          <p:nvPr/>
        </p:nvSpPr>
        <p:spPr>
          <a:xfrm>
            <a:off x="9838944" y="3332988"/>
            <a:ext cx="6492240" cy="61093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2000"/>
              </a:spcAft>
            </a:pPr>
            <a:r>
              <a:rPr lang="en-US" sz="3100" b="1" dirty="0">
                <a:ea typeface="Calibri"/>
                <a:cs typeface="Calibri"/>
              </a:rPr>
              <a:t>Future Research:​</a:t>
            </a:r>
            <a:endParaRPr lang="en-US" sz="3100" dirty="0">
              <a:ea typeface="Calibri"/>
            </a:endParaRPr>
          </a:p>
          <a:p>
            <a:pPr marL="914400" lvl="1" indent="-457200">
              <a:spcAft>
                <a:spcPts val="2000"/>
              </a:spcAft>
              <a:buChar char="•"/>
            </a:pPr>
            <a:r>
              <a:rPr lang="en-US" sz="3100" dirty="0">
                <a:ea typeface="Calibri"/>
                <a:cs typeface="Calibri"/>
              </a:rPr>
              <a:t>Role of social capital: networks, mentorship, peer support​</a:t>
            </a:r>
            <a:endParaRPr lang="en-US" sz="3100" dirty="0">
              <a:ea typeface="Calibri"/>
            </a:endParaRPr>
          </a:p>
          <a:p>
            <a:pPr marL="914400" lvl="1" indent="-457200">
              <a:spcAft>
                <a:spcPts val="2000"/>
              </a:spcAft>
              <a:buChar char="•"/>
            </a:pPr>
            <a:r>
              <a:rPr lang="en-US" sz="3100" dirty="0">
                <a:ea typeface="Calibri"/>
                <a:cs typeface="Calibri"/>
              </a:rPr>
              <a:t>Explore other success metrics: growth, profitability, sustainability</a:t>
            </a:r>
            <a:endParaRPr lang="en-US" sz="3100" dirty="0">
              <a:ea typeface="Calibri"/>
            </a:endParaRPr>
          </a:p>
          <a:p>
            <a:pPr marL="914400" lvl="1" indent="-457200">
              <a:spcAft>
                <a:spcPts val="2000"/>
              </a:spcAft>
              <a:buChar char="•"/>
            </a:pPr>
            <a:r>
              <a:rPr lang="en-US" sz="3100" dirty="0">
                <a:ea typeface="Calibri"/>
                <a:cs typeface="Calibri"/>
              </a:rPr>
              <a:t>Examine interaction effects (e.g., how market conditions moderate the effect of strategy)​</a:t>
            </a:r>
            <a:endParaRPr lang="en-US" sz="3100" dirty="0">
              <a:ea typeface="Calibri"/>
            </a:endParaRPr>
          </a:p>
        </p:txBody>
      </p:sp>
    </p:spTree>
    <p:extLst>
      <p:ext uri="{BB962C8B-B14F-4D97-AF65-F5344CB8AC3E}">
        <p14:creationId xmlns:p14="http://schemas.microsoft.com/office/powerpoint/2010/main" val="741330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5B6B5F"/>
        </a:solidFill>
        <a:effectLst/>
      </p:bgPr>
    </p:bg>
    <p:spTree>
      <p:nvGrpSpPr>
        <p:cNvPr id="1" name="Shape 531"/>
        <p:cNvGrpSpPr/>
        <p:nvPr/>
      </p:nvGrpSpPr>
      <p:grpSpPr>
        <a:xfrm>
          <a:off x="0" y="0"/>
          <a:ext cx="0" cy="0"/>
          <a:chOff x="0" y="0"/>
          <a:chExt cx="0" cy="0"/>
        </a:xfrm>
      </p:grpSpPr>
      <p:pic>
        <p:nvPicPr>
          <p:cNvPr id="532" name="Google Shape;532;p27"/>
          <p:cNvPicPr preferRelativeResize="0"/>
          <p:nvPr/>
        </p:nvPicPr>
        <p:blipFill>
          <a:blip r:embed="rId3">
            <a:alphaModFix/>
          </a:blip>
          <a:stretch>
            <a:fillRect/>
          </a:stretch>
        </p:blipFill>
        <p:spPr>
          <a:xfrm>
            <a:off x="-256475" y="411225"/>
            <a:ext cx="1992975" cy="2557038"/>
          </a:xfrm>
          <a:prstGeom prst="rect">
            <a:avLst/>
          </a:prstGeom>
          <a:noFill/>
          <a:ln>
            <a:noFill/>
          </a:ln>
        </p:spPr>
      </p:pic>
      <p:pic>
        <p:nvPicPr>
          <p:cNvPr id="534" name="Google Shape;534;p27"/>
          <p:cNvPicPr preferRelativeResize="0"/>
          <p:nvPr/>
        </p:nvPicPr>
        <p:blipFill>
          <a:blip r:embed="rId4">
            <a:alphaModFix/>
          </a:blip>
          <a:stretch>
            <a:fillRect/>
          </a:stretch>
        </p:blipFill>
        <p:spPr>
          <a:xfrm>
            <a:off x="15383225" y="5965307"/>
            <a:ext cx="2313600" cy="3746694"/>
          </a:xfrm>
          <a:prstGeom prst="rect">
            <a:avLst/>
          </a:prstGeom>
          <a:noFill/>
          <a:ln>
            <a:noFill/>
          </a:ln>
        </p:spPr>
      </p:pic>
      <p:sp>
        <p:nvSpPr>
          <p:cNvPr id="540" name="Google Shape;540;p27"/>
          <p:cNvSpPr txBox="1"/>
          <p:nvPr/>
        </p:nvSpPr>
        <p:spPr>
          <a:xfrm>
            <a:off x="5446588" y="4169720"/>
            <a:ext cx="7398826" cy="1811320"/>
          </a:xfrm>
          <a:prstGeom prst="rect">
            <a:avLst/>
          </a:prstGeom>
          <a:noFill/>
          <a:ln>
            <a:noFill/>
          </a:ln>
        </p:spPr>
        <p:txBody>
          <a:bodyPr spcFirstLastPara="1" wrap="square" lIns="0" tIns="0" rIns="0" bIns="0" anchor="t" anchorCtr="0">
            <a:spAutoFit/>
          </a:bodyPr>
          <a:lstStyle/>
          <a:p>
            <a:pPr algn="ctr">
              <a:lnSpc>
                <a:spcPct val="120000"/>
              </a:lnSpc>
            </a:pPr>
            <a:r>
              <a:rPr lang="en-US" sz="9600" dirty="0">
                <a:solidFill>
                  <a:srgbClr val="FFFBED"/>
                </a:solidFill>
                <a:latin typeface="Noto Sans"/>
                <a:ea typeface="Noto Sans"/>
                <a:cs typeface="Noto Sans"/>
                <a:sym typeface="Noto Sans"/>
              </a:rPr>
              <a:t>TAKEAWAYS</a:t>
            </a:r>
            <a:endParaRPr lang="en-US" sz="9600" dirty="0"/>
          </a:p>
        </p:txBody>
      </p:sp>
      <p:grpSp>
        <p:nvGrpSpPr>
          <p:cNvPr id="546" name="Google Shape;546;p27"/>
          <p:cNvGrpSpPr/>
          <p:nvPr/>
        </p:nvGrpSpPr>
        <p:grpSpPr>
          <a:xfrm>
            <a:off x="840685" y="9136868"/>
            <a:ext cx="767244" cy="767244"/>
            <a:chOff x="0" y="0"/>
            <a:chExt cx="812800" cy="812800"/>
          </a:xfrm>
        </p:grpSpPr>
        <p:sp>
          <p:nvSpPr>
            <p:cNvPr id="547" name="Google Shape;547;p27"/>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2926E"/>
            </a:solidFill>
            <a:ln>
              <a:noFill/>
            </a:ln>
          </p:spPr>
          <p:txBody>
            <a:bodyPr/>
            <a:lstStyle/>
            <a:p>
              <a:endParaRPr lang="en-US"/>
            </a:p>
          </p:txBody>
        </p:sp>
        <p:sp>
          <p:nvSpPr>
            <p:cNvPr id="548" name="Google Shape;548;p27"/>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49" name="Google Shape;549;p27"/>
          <p:cNvGrpSpPr/>
          <p:nvPr/>
        </p:nvGrpSpPr>
        <p:grpSpPr>
          <a:xfrm>
            <a:off x="15607455" y="-1052085"/>
            <a:ext cx="3303689" cy="3303689"/>
            <a:chOff x="0" y="0"/>
            <a:chExt cx="812800" cy="812800"/>
          </a:xfrm>
        </p:grpSpPr>
        <p:sp>
          <p:nvSpPr>
            <p:cNvPr id="550" name="Google Shape;550;p27"/>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txBody>
            <a:bodyPr/>
            <a:lstStyle/>
            <a:p>
              <a:endParaRPr lang="en-US"/>
            </a:p>
          </p:txBody>
        </p:sp>
        <p:sp>
          <p:nvSpPr>
            <p:cNvPr id="551" name="Google Shape;551;p27"/>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52" name="Google Shape;552;p27"/>
          <p:cNvGrpSpPr/>
          <p:nvPr/>
        </p:nvGrpSpPr>
        <p:grpSpPr>
          <a:xfrm>
            <a:off x="-556710" y="8676035"/>
            <a:ext cx="1993004" cy="1993004"/>
            <a:chOff x="0" y="0"/>
            <a:chExt cx="812800" cy="812800"/>
          </a:xfrm>
        </p:grpSpPr>
        <p:sp>
          <p:nvSpPr>
            <p:cNvPr id="553" name="Google Shape;553;p27"/>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txBody>
            <a:bodyPr/>
            <a:lstStyle/>
            <a:p>
              <a:endParaRPr lang="en-US"/>
            </a:p>
          </p:txBody>
        </p:sp>
        <p:sp>
          <p:nvSpPr>
            <p:cNvPr id="554" name="Google Shape;554;p27"/>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5B6B5F"/>
        </a:solidFill>
        <a:effectLst/>
      </p:bgPr>
    </p:bg>
    <p:spTree>
      <p:nvGrpSpPr>
        <p:cNvPr id="1" name="Shape 531">
          <a:extLst>
            <a:ext uri="{FF2B5EF4-FFF2-40B4-BE49-F238E27FC236}">
              <a16:creationId xmlns:a16="http://schemas.microsoft.com/office/drawing/2014/main" id="{28E935F7-0400-9278-2C9A-8453EA050C3A}"/>
            </a:ext>
          </a:extLst>
        </p:cNvPr>
        <p:cNvGrpSpPr/>
        <p:nvPr/>
      </p:nvGrpSpPr>
      <p:grpSpPr>
        <a:xfrm>
          <a:off x="0" y="0"/>
          <a:ext cx="0" cy="0"/>
          <a:chOff x="0" y="0"/>
          <a:chExt cx="0" cy="0"/>
        </a:xfrm>
      </p:grpSpPr>
      <p:pic>
        <p:nvPicPr>
          <p:cNvPr id="532" name="Google Shape;532;p27">
            <a:extLst>
              <a:ext uri="{FF2B5EF4-FFF2-40B4-BE49-F238E27FC236}">
                <a16:creationId xmlns:a16="http://schemas.microsoft.com/office/drawing/2014/main" id="{7F649B3D-534C-58EC-FF04-6DEE4122E258}"/>
              </a:ext>
            </a:extLst>
          </p:cNvPr>
          <p:cNvPicPr preferRelativeResize="0"/>
          <p:nvPr/>
        </p:nvPicPr>
        <p:blipFill>
          <a:blip r:embed="rId3">
            <a:alphaModFix/>
          </a:blip>
          <a:stretch>
            <a:fillRect/>
          </a:stretch>
        </p:blipFill>
        <p:spPr>
          <a:xfrm>
            <a:off x="-256475" y="411225"/>
            <a:ext cx="1992975" cy="2557038"/>
          </a:xfrm>
          <a:prstGeom prst="rect">
            <a:avLst/>
          </a:prstGeom>
          <a:noFill/>
          <a:ln>
            <a:noFill/>
          </a:ln>
        </p:spPr>
      </p:pic>
      <p:pic>
        <p:nvPicPr>
          <p:cNvPr id="534" name="Google Shape;534;p27">
            <a:extLst>
              <a:ext uri="{FF2B5EF4-FFF2-40B4-BE49-F238E27FC236}">
                <a16:creationId xmlns:a16="http://schemas.microsoft.com/office/drawing/2014/main" id="{053FBF4C-191F-538F-BB73-76E2955C1191}"/>
              </a:ext>
            </a:extLst>
          </p:cNvPr>
          <p:cNvPicPr preferRelativeResize="0"/>
          <p:nvPr/>
        </p:nvPicPr>
        <p:blipFill>
          <a:blip r:embed="rId4">
            <a:alphaModFix/>
          </a:blip>
          <a:stretch>
            <a:fillRect/>
          </a:stretch>
        </p:blipFill>
        <p:spPr>
          <a:xfrm>
            <a:off x="15383225" y="5965307"/>
            <a:ext cx="2313600" cy="3746694"/>
          </a:xfrm>
          <a:prstGeom prst="rect">
            <a:avLst/>
          </a:prstGeom>
          <a:noFill/>
          <a:ln>
            <a:noFill/>
          </a:ln>
        </p:spPr>
      </p:pic>
      <p:sp>
        <p:nvSpPr>
          <p:cNvPr id="540" name="Google Shape;540;p27">
            <a:extLst>
              <a:ext uri="{FF2B5EF4-FFF2-40B4-BE49-F238E27FC236}">
                <a16:creationId xmlns:a16="http://schemas.microsoft.com/office/drawing/2014/main" id="{41323AA4-875B-D228-67A0-BD4825336297}"/>
              </a:ext>
            </a:extLst>
          </p:cNvPr>
          <p:cNvSpPr txBox="1"/>
          <p:nvPr/>
        </p:nvSpPr>
        <p:spPr>
          <a:xfrm>
            <a:off x="5446588" y="4169720"/>
            <a:ext cx="7398826" cy="1811320"/>
          </a:xfrm>
          <a:prstGeom prst="rect">
            <a:avLst/>
          </a:prstGeom>
          <a:noFill/>
          <a:ln>
            <a:noFill/>
          </a:ln>
        </p:spPr>
        <p:txBody>
          <a:bodyPr spcFirstLastPara="1" wrap="square" lIns="0" tIns="0" rIns="0" bIns="0" anchor="t" anchorCtr="0">
            <a:spAutoFit/>
          </a:bodyPr>
          <a:lstStyle/>
          <a:p>
            <a:pPr algn="ctr">
              <a:lnSpc>
                <a:spcPct val="120000"/>
              </a:lnSpc>
            </a:pPr>
            <a:r>
              <a:rPr lang="en-US" sz="9600">
                <a:solidFill>
                  <a:srgbClr val="FFFBED"/>
                </a:solidFill>
                <a:latin typeface="Noto Sans"/>
                <a:ea typeface="Noto Sans"/>
                <a:cs typeface="Noto Sans"/>
                <a:sym typeface="Noto Sans"/>
              </a:rPr>
              <a:t>THANK YOU</a:t>
            </a:r>
            <a:endParaRPr lang="en-US" sz="9600"/>
          </a:p>
        </p:txBody>
      </p:sp>
      <p:grpSp>
        <p:nvGrpSpPr>
          <p:cNvPr id="546" name="Google Shape;546;p27">
            <a:extLst>
              <a:ext uri="{FF2B5EF4-FFF2-40B4-BE49-F238E27FC236}">
                <a16:creationId xmlns:a16="http://schemas.microsoft.com/office/drawing/2014/main" id="{DB814543-BACC-C092-7460-C9AFF9455F3C}"/>
              </a:ext>
            </a:extLst>
          </p:cNvPr>
          <p:cNvGrpSpPr/>
          <p:nvPr/>
        </p:nvGrpSpPr>
        <p:grpSpPr>
          <a:xfrm>
            <a:off x="840685" y="9136868"/>
            <a:ext cx="767244" cy="767244"/>
            <a:chOff x="0" y="0"/>
            <a:chExt cx="812800" cy="812800"/>
          </a:xfrm>
        </p:grpSpPr>
        <p:sp>
          <p:nvSpPr>
            <p:cNvPr id="547" name="Google Shape;547;p27">
              <a:extLst>
                <a:ext uri="{FF2B5EF4-FFF2-40B4-BE49-F238E27FC236}">
                  <a16:creationId xmlns:a16="http://schemas.microsoft.com/office/drawing/2014/main" id="{73FC6389-E78F-E349-A11C-E2DA2B878CAF}"/>
                </a:ext>
              </a:extLst>
            </p:cNvPr>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2926E"/>
            </a:solidFill>
            <a:ln>
              <a:noFill/>
            </a:ln>
          </p:spPr>
          <p:txBody>
            <a:bodyPr/>
            <a:lstStyle/>
            <a:p>
              <a:endParaRPr lang="en-US"/>
            </a:p>
          </p:txBody>
        </p:sp>
        <p:sp>
          <p:nvSpPr>
            <p:cNvPr id="548" name="Google Shape;548;p27">
              <a:extLst>
                <a:ext uri="{FF2B5EF4-FFF2-40B4-BE49-F238E27FC236}">
                  <a16:creationId xmlns:a16="http://schemas.microsoft.com/office/drawing/2014/main" id="{480DA9D3-D827-644E-A305-E551BC229FE7}"/>
                </a:ext>
              </a:extLst>
            </p:cNvPr>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49" name="Google Shape;549;p27">
            <a:extLst>
              <a:ext uri="{FF2B5EF4-FFF2-40B4-BE49-F238E27FC236}">
                <a16:creationId xmlns:a16="http://schemas.microsoft.com/office/drawing/2014/main" id="{99C12F08-6835-3B99-2B0F-88CDDE0EB3C8}"/>
              </a:ext>
            </a:extLst>
          </p:cNvPr>
          <p:cNvGrpSpPr/>
          <p:nvPr/>
        </p:nvGrpSpPr>
        <p:grpSpPr>
          <a:xfrm>
            <a:off x="15607455" y="-1052085"/>
            <a:ext cx="3303689" cy="3303689"/>
            <a:chOff x="0" y="0"/>
            <a:chExt cx="812800" cy="812800"/>
          </a:xfrm>
        </p:grpSpPr>
        <p:sp>
          <p:nvSpPr>
            <p:cNvPr id="550" name="Google Shape;550;p27">
              <a:extLst>
                <a:ext uri="{FF2B5EF4-FFF2-40B4-BE49-F238E27FC236}">
                  <a16:creationId xmlns:a16="http://schemas.microsoft.com/office/drawing/2014/main" id="{5A1A7D5A-FE54-1D96-DAC0-F4D695B6EC6A}"/>
                </a:ext>
              </a:extLst>
            </p:cNvPr>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txBody>
            <a:bodyPr/>
            <a:lstStyle/>
            <a:p>
              <a:endParaRPr lang="en-US"/>
            </a:p>
          </p:txBody>
        </p:sp>
        <p:sp>
          <p:nvSpPr>
            <p:cNvPr id="551" name="Google Shape;551;p27">
              <a:extLst>
                <a:ext uri="{FF2B5EF4-FFF2-40B4-BE49-F238E27FC236}">
                  <a16:creationId xmlns:a16="http://schemas.microsoft.com/office/drawing/2014/main" id="{A42DCD6D-4B82-0CC8-3294-9C0165210A2B}"/>
                </a:ext>
              </a:extLst>
            </p:cNvPr>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52" name="Google Shape;552;p27">
            <a:extLst>
              <a:ext uri="{FF2B5EF4-FFF2-40B4-BE49-F238E27FC236}">
                <a16:creationId xmlns:a16="http://schemas.microsoft.com/office/drawing/2014/main" id="{DF42A15B-19A3-EDDA-03C4-BC5574C7CF23}"/>
              </a:ext>
            </a:extLst>
          </p:cNvPr>
          <p:cNvGrpSpPr/>
          <p:nvPr/>
        </p:nvGrpSpPr>
        <p:grpSpPr>
          <a:xfrm>
            <a:off x="-556710" y="8676035"/>
            <a:ext cx="1993004" cy="1993004"/>
            <a:chOff x="0" y="0"/>
            <a:chExt cx="812800" cy="812800"/>
          </a:xfrm>
        </p:grpSpPr>
        <p:sp>
          <p:nvSpPr>
            <p:cNvPr id="553" name="Google Shape;553;p27">
              <a:extLst>
                <a:ext uri="{FF2B5EF4-FFF2-40B4-BE49-F238E27FC236}">
                  <a16:creationId xmlns:a16="http://schemas.microsoft.com/office/drawing/2014/main" id="{650C6C1C-2BC0-E3FA-6912-E92CA76249D4}"/>
                </a:ext>
              </a:extLst>
            </p:cNvPr>
            <p:cNvSpPr/>
            <p:nvPr/>
          </p:nvSpPr>
          <p:spPr>
            <a:xfrm>
              <a:off x="0" y="0"/>
              <a:ext cx="812800" cy="812800"/>
            </a:xfrm>
            <a:custGeom>
              <a:avLst/>
              <a:gdLst/>
              <a:ahLst/>
              <a:cxnLst/>
              <a:rect l="l" t="t" r="r" b="b"/>
              <a:pathLst>
                <a:path w="812800" h="812800" extrusionOk="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000000">
                <a:alpha val="0"/>
              </a:srgbClr>
            </a:solidFill>
            <a:ln w="28575" cap="sq" cmpd="sng">
              <a:solidFill>
                <a:srgbClr val="FFFBED"/>
              </a:solidFill>
              <a:prstDash val="solid"/>
              <a:miter lim="8000"/>
              <a:headEnd type="none" w="sm" len="sm"/>
              <a:tailEnd type="none" w="sm" len="sm"/>
            </a:ln>
          </p:spPr>
          <p:txBody>
            <a:bodyPr/>
            <a:lstStyle/>
            <a:p>
              <a:endParaRPr lang="en-US"/>
            </a:p>
          </p:txBody>
        </p:sp>
        <p:sp>
          <p:nvSpPr>
            <p:cNvPr id="554" name="Google Shape;554;p27">
              <a:extLst>
                <a:ext uri="{FF2B5EF4-FFF2-40B4-BE49-F238E27FC236}">
                  <a16:creationId xmlns:a16="http://schemas.microsoft.com/office/drawing/2014/main" id="{735191EE-B134-634F-0899-735227B603D5}"/>
                </a:ext>
              </a:extLst>
            </p:cNvPr>
            <p:cNvSpPr txBox="1"/>
            <p:nvPr/>
          </p:nvSpPr>
          <p:spPr>
            <a:xfrm>
              <a:off x="152400" y="104775"/>
              <a:ext cx="508000" cy="5556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1350443132"/>
      </p:ext>
    </p:extLst>
  </p:cSld>
  <p:clrMapOvr>
    <a:masterClrMapping/>
  </p:clrMapOvr>
</p:sld>
</file>

<file path=ppt/theme/theme1.xml><?xml version="1.0" encoding="utf-8"?>
<a:theme xmlns:a="http://schemas.openxmlformats.org/drawingml/2006/main" name="Ethics in the Work Environment Theme for Business">
  <a:themeElements>
    <a:clrScheme name="Office">
      <a:dk1>
        <a:srgbClr val="000000"/>
      </a:dk1>
      <a:lt1>
        <a:srgbClr val="FFFFFF"/>
      </a:lt1>
      <a:dk2>
        <a:srgbClr val="5B6B5F"/>
      </a:dk2>
      <a:lt2>
        <a:srgbClr val="FFFBED"/>
      </a:lt2>
      <a:accent1>
        <a:srgbClr val="F2926E"/>
      </a:accent1>
      <a:accent2>
        <a:srgbClr val="888888"/>
      </a:accent2>
      <a:accent3>
        <a:srgbClr val="FFFFFF"/>
      </a:accent3>
      <a:accent4>
        <a:srgbClr val="5B6B5F"/>
      </a:accent4>
      <a:accent5>
        <a:srgbClr val="FFFBED"/>
      </a:accent5>
      <a:accent6>
        <a:srgbClr val="F2926E"/>
      </a:accent6>
      <a:hlink>
        <a:srgbClr val="888888"/>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16</Slides>
  <Notes>16</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Ethics in the Work Environment Theme for Business</vt:lpstr>
      <vt:lpstr>PowerPoint Presentation</vt:lpstr>
      <vt:lpstr>PowerPoint Presentation</vt:lpstr>
      <vt:lpstr>PowerPoint Presentation</vt:lpstr>
      <vt:lpstr>PowerPoint Presentation</vt:lpstr>
      <vt:lpstr>PowerPoint Presentation</vt:lpstr>
      <vt:lpstr>Data and Methodology</vt:lpstr>
      <vt:lpstr>PowerPoint Presentation</vt:lpstr>
      <vt:lpstr>PowerPoint Presentation</vt:lpstr>
      <vt:lpstr>PowerPoint Presentation</vt:lpstr>
      <vt:lpstr>Mortality rate over time shows a peak around 9–12 months after founding</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254</cp:revision>
  <dcterms:modified xsi:type="dcterms:W3CDTF">2025-04-18T18:30:35Z</dcterms:modified>
</cp:coreProperties>
</file>